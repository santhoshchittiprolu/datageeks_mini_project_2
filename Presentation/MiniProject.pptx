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0"/>
  </p:notesMasterIdLst>
  <p:sldIdLst>
    <p:sldId id="256" r:id="rId5"/>
    <p:sldId id="259" r:id="rId6"/>
    <p:sldId id="260" r:id="rId7"/>
    <p:sldId id="261" r:id="rId8"/>
    <p:sldId id="262" r:id="rId9"/>
    <p:sldId id="274" r:id="rId10"/>
    <p:sldId id="264" r:id="rId11"/>
    <p:sldId id="266" r:id="rId12"/>
    <p:sldId id="267" r:id="rId13"/>
    <p:sldId id="275" r:id="rId14"/>
    <p:sldId id="276" r:id="rId15"/>
    <p:sldId id="277" r:id="rId16"/>
    <p:sldId id="279" r:id="rId17"/>
    <p:sldId id="27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AE8F4-F849-46FB-9F9A-5EDCC811617A}" v="50" dt="2023-11-30T04:32:56.727"/>
    <p1510:client id="{1C1136DD-226B-41BE-9A2A-B1C33C966CBA}" v="356" dt="2023-11-30T03:01:54.972"/>
    <p1510:client id="{25A57BF8-DC1B-4B49-AA35-BC26C227570F}" v="4" dt="2023-11-30T05:20:53.915"/>
    <p1510:client id="{859C59B0-F45A-404D-B1BA-CC8A09EDD5D1}" v="11" dt="2023-11-30T04:43:00.299"/>
    <p1510:client id="{886C6997-B82E-41A3-AEF8-6EF9FCE57920}" v="398" dt="2023-11-30T01:36:15.215"/>
    <p1510:client id="{B61E7984-B1E7-4458-850A-CBFDD1E4EE03}" v="6" dt="2023-11-30T03:59:53.379"/>
    <p1510:client id="{B6DB753C-C720-4048-ACE5-E93305E2C95F}" v="7" dt="2023-11-30T04:51:50.421"/>
    <p1510:client id="{C0DC36AA-B50F-45E6-A1B4-6097FF045D9A}" v="9" dt="2023-11-30T04:57:10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iprolu, Santhosh" userId="S::santhosh.chittiprolu@okstate.edu::1d839282-d54c-43ef-9c4a-2bdaef4e8268" providerId="AD" clId="Web-{1C1136DD-226B-41BE-9A2A-B1C33C966CBA}"/>
    <pc:docChg chg="addSld delSld modSld">
      <pc:chgData name="Chittiprolu, Santhosh" userId="S::santhosh.chittiprolu@okstate.edu::1d839282-d54c-43ef-9c4a-2bdaef4e8268" providerId="AD" clId="Web-{1C1136DD-226B-41BE-9A2A-B1C33C966CBA}" dt="2023-11-30T03:01:54.972" v="352" actId="14100"/>
      <pc:docMkLst>
        <pc:docMk/>
      </pc:docMkLst>
      <pc:sldChg chg="del">
        <pc:chgData name="Chittiprolu, Santhosh" userId="S::santhosh.chittiprolu@okstate.edu::1d839282-d54c-43ef-9c4a-2bdaef4e8268" providerId="AD" clId="Web-{1C1136DD-226B-41BE-9A2A-B1C33C966CBA}" dt="2023-11-30T01:58:17.155" v="0"/>
        <pc:sldMkLst>
          <pc:docMk/>
          <pc:sldMk cId="3526814390" sldId="265"/>
        </pc:sldMkLst>
      </pc:sldChg>
      <pc:sldChg chg="addSp delSp modSp mod setBg">
        <pc:chgData name="Chittiprolu, Santhosh" userId="S::santhosh.chittiprolu@okstate.edu::1d839282-d54c-43ef-9c4a-2bdaef4e8268" providerId="AD" clId="Web-{1C1136DD-226B-41BE-9A2A-B1C33C966CBA}" dt="2023-11-30T02:43:21.887" v="267" actId="20577"/>
        <pc:sldMkLst>
          <pc:docMk/>
          <pc:sldMk cId="212006672" sldId="266"/>
        </pc:sldMkLst>
        <pc:spChg chg="mod">
          <ac:chgData name="Chittiprolu, Santhosh" userId="S::santhosh.chittiprolu@okstate.edu::1d839282-d54c-43ef-9c4a-2bdaef4e8268" providerId="AD" clId="Web-{1C1136DD-226B-41BE-9A2A-B1C33C966CBA}" dt="2023-11-30T02:43:21.887" v="267" actId="20577"/>
          <ac:spMkLst>
            <pc:docMk/>
            <pc:sldMk cId="212006672" sldId="266"/>
            <ac:spMk id="2" creationId="{A28174B0-47DF-B8F2-BBF1-AB8E969B1603}"/>
          </ac:spMkLst>
        </pc:spChg>
        <pc:spChg chg="mod">
          <ac:chgData name="Chittiprolu, Santhosh" userId="S::santhosh.chittiprolu@okstate.edu::1d839282-d54c-43ef-9c4a-2bdaef4e8268" providerId="AD" clId="Web-{1C1136DD-226B-41BE-9A2A-B1C33C966CBA}" dt="2023-11-30T02:43:10.637" v="264" actId="20577"/>
          <ac:spMkLst>
            <pc:docMk/>
            <pc:sldMk cId="212006672" sldId="266"/>
            <ac:spMk id="3" creationId="{99F33529-2AFD-5C09-E22E-560791E09983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10" creationId="{8D1AA55E-40D5-461B-A5A8-4AE8AAB71B08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14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16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12:54.856" v="94"/>
          <ac:spMkLst>
            <pc:docMk/>
            <pc:sldMk cId="212006672" sldId="266"/>
            <ac:spMk id="21" creationId="{8D1AA55E-40D5-461B-A5A8-4AE8AAB71B08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12:54.856" v="94"/>
          <ac:spMkLst>
            <pc:docMk/>
            <pc:sldMk cId="212006672" sldId="266"/>
            <ac:spMk id="25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12:54.856" v="94"/>
          <ac:spMkLst>
            <pc:docMk/>
            <pc:sldMk cId="212006672" sldId="266"/>
            <ac:spMk id="27" creationId="{E3020543-B24B-4EC4-8FFC-8DD88EEA91A8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30" creationId="{330C0765-5A38-4A34-880C-9CC4C2E14FBA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31" creationId="{B7DA268A-F88C-4936-8401-97C8C9861089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32" creationId="{2E48EAB8-CD1C-4BF5-A92C-BA11919E6EDF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12:54.856" v="95"/>
          <ac:spMkLst>
            <pc:docMk/>
            <pc:sldMk cId="212006672" sldId="266"/>
            <ac:spMk id="33" creationId="{F66F957D-AE64-4187-90D7-B24F1CC27F61}"/>
          </ac:spMkLst>
        </pc:spChg>
        <pc:picChg chg="add mod ord">
          <ac:chgData name="Chittiprolu, Santhosh" userId="S::santhosh.chittiprolu@okstate.edu::1d839282-d54c-43ef-9c4a-2bdaef4e8268" providerId="AD" clId="Web-{1C1136DD-226B-41BE-9A2A-B1C33C966CBA}" dt="2023-11-30T02:22:42.579" v="157" actId="14100"/>
          <ac:picMkLst>
            <pc:docMk/>
            <pc:sldMk cId="212006672" sldId="266"/>
            <ac:picMk id="4" creationId="{0DA3D82C-8D78-F024-8EEF-C2393444A2B5}"/>
          </ac:picMkLst>
        </pc:picChg>
        <pc:picChg chg="add mod">
          <ac:chgData name="Chittiprolu, Santhosh" userId="S::santhosh.chittiprolu@okstate.edu::1d839282-d54c-43ef-9c4a-2bdaef4e8268" providerId="AD" clId="Web-{1C1136DD-226B-41BE-9A2A-B1C33C966CBA}" dt="2023-11-30T02:12:54.856" v="95"/>
          <ac:picMkLst>
            <pc:docMk/>
            <pc:sldMk cId="212006672" sldId="266"/>
            <ac:picMk id="5" creationId="{197042CA-2925-DC3E-3179-7ADDB09259B1}"/>
          </ac:picMkLst>
        </pc:picChg>
        <pc:cxnChg chg="add del">
          <ac:chgData name="Chittiprolu, Santhosh" userId="S::santhosh.chittiprolu@okstate.edu::1d839282-d54c-43ef-9c4a-2bdaef4e8268" providerId="AD" clId="Web-{1C1136DD-226B-41BE-9A2A-B1C33C966CBA}" dt="2023-11-30T02:12:54.856" v="95"/>
          <ac:cxnSpMkLst>
            <pc:docMk/>
            <pc:sldMk cId="212006672" sldId="266"/>
            <ac:cxnSpMk id="12" creationId="{7EB498BD-8089-4626-91EA-4978EBEF535E}"/>
          </ac:cxnSpMkLst>
        </pc:cxnChg>
        <pc:cxnChg chg="add del">
          <ac:chgData name="Chittiprolu, Santhosh" userId="S::santhosh.chittiprolu@okstate.edu::1d839282-d54c-43ef-9c4a-2bdaef4e8268" providerId="AD" clId="Web-{1C1136DD-226B-41BE-9A2A-B1C33C966CBA}" dt="2023-11-30T02:12:54.856" v="94"/>
          <ac:cxnSpMkLst>
            <pc:docMk/>
            <pc:sldMk cId="212006672" sldId="266"/>
            <ac:cxnSpMk id="23" creationId="{7EB498BD-8089-4626-91EA-4978EBEF535E}"/>
          </ac:cxnSpMkLst>
        </pc:cxnChg>
        <pc:cxnChg chg="add">
          <ac:chgData name="Chittiprolu, Santhosh" userId="S::santhosh.chittiprolu@okstate.edu::1d839282-d54c-43ef-9c4a-2bdaef4e8268" providerId="AD" clId="Web-{1C1136DD-226B-41BE-9A2A-B1C33C966CBA}" dt="2023-11-30T02:12:54.856" v="95"/>
          <ac:cxnSpMkLst>
            <pc:docMk/>
            <pc:sldMk cId="212006672" sldId="266"/>
            <ac:cxnSpMk id="29" creationId="{C49DA8F6-BCC1-4447-B54C-57856834B94B}"/>
          </ac:cxnSpMkLst>
        </pc:cxnChg>
      </pc:sldChg>
      <pc:sldChg chg="addSp delSp modSp mod setBg">
        <pc:chgData name="Chittiprolu, Santhosh" userId="S::santhosh.chittiprolu@okstate.edu::1d839282-d54c-43ef-9c4a-2bdaef4e8268" providerId="AD" clId="Web-{1C1136DD-226B-41BE-9A2A-B1C33C966CBA}" dt="2023-11-30T02:43:31.512" v="268" actId="1076"/>
        <pc:sldMkLst>
          <pc:docMk/>
          <pc:sldMk cId="2638638397" sldId="267"/>
        </pc:sldMkLst>
        <pc:spChg chg="mod">
          <ac:chgData name="Chittiprolu, Santhosh" userId="S::santhosh.chittiprolu@okstate.edu::1d839282-d54c-43ef-9c4a-2bdaef4e8268" providerId="AD" clId="Web-{1C1136DD-226B-41BE-9A2A-B1C33C966CBA}" dt="2023-11-30T02:43:02.574" v="262" actId="14100"/>
          <ac:spMkLst>
            <pc:docMk/>
            <pc:sldMk cId="2638638397" sldId="267"/>
            <ac:spMk id="2" creationId="{85D20D57-F6E6-CCC7-1E86-8420A0A92A26}"/>
          </ac:spMkLst>
        </pc:spChg>
        <pc:spChg chg="del mod">
          <ac:chgData name="Chittiprolu, Santhosh" userId="S::santhosh.chittiprolu@okstate.edu::1d839282-d54c-43ef-9c4a-2bdaef4e8268" providerId="AD" clId="Web-{1C1136DD-226B-41BE-9A2A-B1C33C966CBA}" dt="2023-11-30T02:17:28.303" v="120"/>
          <ac:spMkLst>
            <pc:docMk/>
            <pc:sldMk cId="2638638397" sldId="267"/>
            <ac:spMk id="3" creationId="{8F619EFB-8E80-EABF-1FB0-A6164D149B12}"/>
          </ac:spMkLst>
        </pc:spChg>
        <pc:spChg chg="add del mod">
          <ac:chgData name="Chittiprolu, Santhosh" userId="S::santhosh.chittiprolu@okstate.edu::1d839282-d54c-43ef-9c4a-2bdaef4e8268" providerId="AD" clId="Web-{1C1136DD-226B-41BE-9A2A-B1C33C966CBA}" dt="2023-11-30T02:43:31.512" v="268" actId="1076"/>
          <ac:spMkLst>
            <pc:docMk/>
            <pc:sldMk cId="2638638397" sldId="267"/>
            <ac:spMk id="9" creationId="{71A44DD6-4D17-4062-87B8-15A5827225CB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12" creationId="{330C0765-5A38-4A34-880C-9CC4C2E14FBA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14" creationId="{B7DA268A-F88C-4936-8401-97C8C9861089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16" creationId="{2E48EAB8-CD1C-4BF5-A92C-BA11919E6EDF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18" creationId="{F66F957D-AE64-4187-90D7-B24F1CC27F61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44.390" v="151"/>
          <ac:spMkLst>
            <pc:docMk/>
            <pc:sldMk cId="2638638397" sldId="267"/>
            <ac:spMk id="25" creationId="{8D1AA55E-40D5-461B-A5A8-4AE8AAB71B08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44.390" v="151"/>
          <ac:spMkLst>
            <pc:docMk/>
            <pc:sldMk cId="2638638397" sldId="267"/>
            <ac:spMk id="29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44.390" v="151"/>
          <ac:spMkLst>
            <pc:docMk/>
            <pc:sldMk cId="2638638397" sldId="267"/>
            <ac:spMk id="31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33" creationId="{330C0765-5A38-4A34-880C-9CC4C2E14FBA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34" creationId="{B7DA268A-F88C-4936-8401-97C8C9861089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35" creationId="{2E48EAB8-CD1C-4BF5-A92C-BA11919E6EDF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2:21:52.062" v="153"/>
          <ac:spMkLst>
            <pc:docMk/>
            <pc:sldMk cId="2638638397" sldId="267"/>
            <ac:spMk id="36" creationId="{F66F957D-AE64-4187-90D7-B24F1CC27F61}"/>
          </ac:spMkLst>
        </pc:spChg>
        <pc:graphicFrameChg chg="add del">
          <ac:chgData name="Chittiprolu, Santhosh" userId="S::santhosh.chittiprolu@okstate.edu::1d839282-d54c-43ef-9c4a-2bdaef4e8268" providerId="AD" clId="Web-{1C1136DD-226B-41BE-9A2A-B1C33C966CBA}" dt="2023-11-30T02:21:52.062" v="153"/>
          <ac:graphicFrameMkLst>
            <pc:docMk/>
            <pc:sldMk cId="2638638397" sldId="267"/>
            <ac:graphicFrameMk id="22" creationId="{9FF58881-3F51-1383-EE0B-C937CC18F670}"/>
          </ac:graphicFrameMkLst>
        </pc:graphicFrameChg>
        <pc:picChg chg="add mod ord">
          <ac:chgData name="Chittiprolu, Santhosh" userId="S::santhosh.chittiprolu@okstate.edu::1d839282-d54c-43ef-9c4a-2bdaef4e8268" providerId="AD" clId="Web-{1C1136DD-226B-41BE-9A2A-B1C33C966CBA}" dt="2023-11-30T02:22:00.125" v="154" actId="14100"/>
          <ac:picMkLst>
            <pc:docMk/>
            <pc:sldMk cId="2638638397" sldId="267"/>
            <ac:picMk id="4" creationId="{0BC4D6A7-9A37-AE27-A37D-824CF01B73CE}"/>
          </ac:picMkLst>
        </pc:picChg>
        <pc:picChg chg="add mod ord">
          <ac:chgData name="Chittiprolu, Santhosh" userId="S::santhosh.chittiprolu@okstate.edu::1d839282-d54c-43ef-9c4a-2bdaef4e8268" providerId="AD" clId="Web-{1C1136DD-226B-41BE-9A2A-B1C33C966CBA}" dt="2023-11-30T02:22:20.766" v="155" actId="1076"/>
          <ac:picMkLst>
            <pc:docMk/>
            <pc:sldMk cId="2638638397" sldId="267"/>
            <ac:picMk id="5" creationId="{BDF7AACA-E34D-45D7-9761-340FBEB4121E}"/>
          </ac:picMkLst>
        </pc:picChg>
        <pc:cxnChg chg="add del">
          <ac:chgData name="Chittiprolu, Santhosh" userId="S::santhosh.chittiprolu@okstate.edu::1d839282-d54c-43ef-9c4a-2bdaef4e8268" providerId="AD" clId="Web-{1C1136DD-226B-41BE-9A2A-B1C33C966CBA}" dt="2023-11-30T02:21:52.062" v="153"/>
          <ac:cxnSpMkLst>
            <pc:docMk/>
            <pc:sldMk cId="2638638397" sldId="267"/>
            <ac:cxnSpMk id="20" creationId="{C49DA8F6-BCC1-4447-B54C-57856834B94B}"/>
          </ac:cxnSpMkLst>
        </pc:cxnChg>
        <pc:cxnChg chg="add del">
          <ac:chgData name="Chittiprolu, Santhosh" userId="S::santhosh.chittiprolu@okstate.edu::1d839282-d54c-43ef-9c4a-2bdaef4e8268" providerId="AD" clId="Web-{1C1136DD-226B-41BE-9A2A-B1C33C966CBA}" dt="2023-11-30T02:21:44.390" v="151"/>
          <ac:cxnSpMkLst>
            <pc:docMk/>
            <pc:sldMk cId="2638638397" sldId="267"/>
            <ac:cxnSpMk id="27" creationId="{7EB498BD-8089-4626-91EA-4978EBEF535E}"/>
          </ac:cxnSpMkLst>
        </pc:cxnChg>
        <pc:cxnChg chg="add del">
          <ac:chgData name="Chittiprolu, Santhosh" userId="S::santhosh.chittiprolu@okstate.edu::1d839282-d54c-43ef-9c4a-2bdaef4e8268" providerId="AD" clId="Web-{1C1136DD-226B-41BE-9A2A-B1C33C966CBA}" dt="2023-11-30T02:21:52.062" v="153"/>
          <ac:cxnSpMkLst>
            <pc:docMk/>
            <pc:sldMk cId="2638638397" sldId="267"/>
            <ac:cxnSpMk id="37" creationId="{C49DA8F6-BCC1-4447-B54C-57856834B94B}"/>
          </ac:cxnSpMkLst>
        </pc:cxnChg>
      </pc:sldChg>
      <pc:sldChg chg="del">
        <pc:chgData name="Chittiprolu, Santhosh" userId="S::santhosh.chittiprolu@okstate.edu::1d839282-d54c-43ef-9c4a-2bdaef4e8268" providerId="AD" clId="Web-{1C1136DD-226B-41BE-9A2A-B1C33C966CBA}" dt="2023-11-30T02:58:04.964" v="348"/>
        <pc:sldMkLst>
          <pc:docMk/>
          <pc:sldMk cId="4126500560" sldId="270"/>
        </pc:sldMkLst>
      </pc:sldChg>
      <pc:sldChg chg="addSp delSp modSp new mod setBg">
        <pc:chgData name="Chittiprolu, Santhosh" userId="S::santhosh.chittiprolu@okstate.edu::1d839282-d54c-43ef-9c4a-2bdaef4e8268" providerId="AD" clId="Web-{1C1136DD-226B-41BE-9A2A-B1C33C966CBA}" dt="2023-11-30T02:06:11.421" v="70" actId="20577"/>
        <pc:sldMkLst>
          <pc:docMk/>
          <pc:sldMk cId="2987915917" sldId="274"/>
        </pc:sldMkLst>
        <pc:spChg chg="mod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2" creationId="{81BE8E14-96FF-C980-BD29-85A27295E2B9}"/>
          </ac:spMkLst>
        </pc:spChg>
        <pc:spChg chg="del mod">
          <ac:chgData name="Chittiprolu, Santhosh" userId="S::santhosh.chittiprolu@okstate.edu::1d839282-d54c-43ef-9c4a-2bdaef4e8268" providerId="AD" clId="Web-{1C1136DD-226B-41BE-9A2A-B1C33C966CBA}" dt="2023-11-30T01:58:48.937" v="6"/>
          <ac:spMkLst>
            <pc:docMk/>
            <pc:sldMk cId="2987915917" sldId="274"/>
            <ac:spMk id="3" creationId="{00F08B34-A5B1-F901-EDCC-666E34820440}"/>
          </ac:spMkLst>
        </pc:spChg>
        <pc:spChg chg="add mod">
          <ac:chgData name="Chittiprolu, Santhosh" userId="S::santhosh.chittiprolu@okstate.edu::1d839282-d54c-43ef-9c4a-2bdaef4e8268" providerId="AD" clId="Web-{1C1136DD-226B-41BE-9A2A-B1C33C966CBA}" dt="2023-11-30T02:06:11.421" v="70" actId="20577"/>
          <ac:spMkLst>
            <pc:docMk/>
            <pc:sldMk cId="2987915917" sldId="274"/>
            <ac:spMk id="8" creationId="{6F43A39E-0D1E-CEE4-CBFB-9839AF2103D7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11" creationId="{327D73B4-9F5C-4A64-A179-51B9500CB8B5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13" creationId="{C1F06963-6374-4B48-844F-071A9BAAAE02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15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17" creationId="{1453BF6C-B012-48B7-B4E8-6D7AC7C27D02}"/>
          </ac:spMkLst>
        </pc:spChg>
        <pc:spChg chg="add del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19" creationId="{E3020543-B24B-4EC4-8FFC-8DD88EEA91A8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26" creationId="{A2679492-7988-4050-9056-542444452411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1:59:09.860" v="12"/>
          <ac:spMkLst>
            <pc:docMk/>
            <pc:sldMk cId="2987915917" sldId="274"/>
            <ac:spMk id="28" creationId="{B091B163-7D61-4891-ABCF-5C13D9C418D0}"/>
          </ac:spMkLst>
        </pc:spChg>
        <pc:picChg chg="add mod ord">
          <ac:chgData name="Chittiprolu, Santhosh" userId="S::santhosh.chittiprolu@okstate.edu::1d839282-d54c-43ef-9c4a-2bdaef4e8268" providerId="AD" clId="Web-{1C1136DD-226B-41BE-9A2A-B1C33C966CBA}" dt="2023-11-30T01:59:09.860" v="12"/>
          <ac:picMkLst>
            <pc:docMk/>
            <pc:sldMk cId="2987915917" sldId="274"/>
            <ac:picMk id="4" creationId="{59C9BA1D-7CDC-F52C-C5B9-B079FFFC82E3}"/>
          </ac:picMkLst>
        </pc:picChg>
        <pc:cxnChg chg="add del">
          <ac:chgData name="Chittiprolu, Santhosh" userId="S::santhosh.chittiprolu@okstate.edu::1d839282-d54c-43ef-9c4a-2bdaef4e8268" providerId="AD" clId="Web-{1C1136DD-226B-41BE-9A2A-B1C33C966CBA}" dt="2023-11-30T01:59:09.860" v="12"/>
          <ac:cxnSpMkLst>
            <pc:docMk/>
            <pc:sldMk cId="2987915917" sldId="274"/>
            <ac:cxnSpMk id="21" creationId="{C49DA8F6-BCC1-4447-B54C-57856834B94B}"/>
          </ac:cxnSpMkLst>
        </pc:cxnChg>
        <pc:cxnChg chg="add">
          <ac:chgData name="Chittiprolu, Santhosh" userId="S::santhosh.chittiprolu@okstate.edu::1d839282-d54c-43ef-9c4a-2bdaef4e8268" providerId="AD" clId="Web-{1C1136DD-226B-41BE-9A2A-B1C33C966CBA}" dt="2023-11-30T01:59:09.860" v="12"/>
          <ac:cxnSpMkLst>
            <pc:docMk/>
            <pc:sldMk cId="2987915917" sldId="274"/>
            <ac:cxnSpMk id="30" creationId="{C49DA8F6-BCC1-4447-B54C-57856834B94B}"/>
          </ac:cxnSpMkLst>
        </pc:cxnChg>
      </pc:sldChg>
      <pc:sldChg chg="addSp delSp modSp new mod setBg">
        <pc:chgData name="Chittiprolu, Santhosh" userId="S::santhosh.chittiprolu@okstate.edu::1d839282-d54c-43ef-9c4a-2bdaef4e8268" providerId="AD" clId="Web-{1C1136DD-226B-41BE-9A2A-B1C33C966CBA}" dt="2023-11-30T02:43:37.856" v="269" actId="1076"/>
        <pc:sldMkLst>
          <pc:docMk/>
          <pc:sldMk cId="3521795871" sldId="275"/>
        </pc:sldMkLst>
        <pc:spChg chg="mod">
          <ac:chgData name="Chittiprolu, Santhosh" userId="S::santhosh.chittiprolu@okstate.edu::1d839282-d54c-43ef-9c4a-2bdaef4e8268" providerId="AD" clId="Web-{1C1136DD-226B-41BE-9A2A-B1C33C966CBA}" dt="2023-11-30T02:42:42.729" v="256" actId="20577"/>
          <ac:spMkLst>
            <pc:docMk/>
            <pc:sldMk cId="3521795871" sldId="275"/>
            <ac:spMk id="2" creationId="{82E22513-5417-7D45-7A0E-46E2555B5199}"/>
          </ac:spMkLst>
        </pc:spChg>
        <pc:spChg chg="del">
          <ac:chgData name="Chittiprolu, Santhosh" userId="S::santhosh.chittiprolu@okstate.edu::1d839282-d54c-43ef-9c4a-2bdaef4e8268" providerId="AD" clId="Web-{1C1136DD-226B-41BE-9A2A-B1C33C966CBA}" dt="2023-11-30T02:26:22.181" v="159"/>
          <ac:spMkLst>
            <pc:docMk/>
            <pc:sldMk cId="3521795871" sldId="275"/>
            <ac:spMk id="3" creationId="{6621EA75-DB24-F90F-7CDA-0A6A0B22F56E}"/>
          </ac:spMkLst>
        </pc:spChg>
        <pc:spChg chg="add mod">
          <ac:chgData name="Chittiprolu, Santhosh" userId="S::santhosh.chittiprolu@okstate.edu::1d839282-d54c-43ef-9c4a-2bdaef4e8268" providerId="AD" clId="Web-{1C1136DD-226B-41BE-9A2A-B1C33C966CBA}" dt="2023-11-30T02:43:37.856" v="269" actId="1076"/>
          <ac:spMkLst>
            <pc:docMk/>
            <pc:sldMk cId="3521795871" sldId="275"/>
            <ac:spMk id="9" creationId="{CBD64FE7-2E73-B40C-790E-F7FAACD7F2FF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26:42.994" v="163"/>
          <ac:spMkLst>
            <pc:docMk/>
            <pc:sldMk cId="3521795871" sldId="275"/>
            <ac:spMk id="12" creationId="{330C0765-5A38-4A34-880C-9CC4C2E14FBA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26:42.994" v="163"/>
          <ac:spMkLst>
            <pc:docMk/>
            <pc:sldMk cId="3521795871" sldId="275"/>
            <ac:spMk id="14" creationId="{B7DA268A-F88C-4936-8401-97C8C9861089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26:42.994" v="163"/>
          <ac:spMkLst>
            <pc:docMk/>
            <pc:sldMk cId="3521795871" sldId="275"/>
            <ac:spMk id="16" creationId="{2E48EAB8-CD1C-4BF5-A92C-BA11919E6EDF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26:42.994" v="163"/>
          <ac:spMkLst>
            <pc:docMk/>
            <pc:sldMk cId="3521795871" sldId="275"/>
            <ac:spMk id="18" creationId="{F66F957D-AE64-4187-90D7-B24F1CC27F61}"/>
          </ac:spMkLst>
        </pc:spChg>
        <pc:picChg chg="add mod ord">
          <ac:chgData name="Chittiprolu, Santhosh" userId="S::santhosh.chittiprolu@okstate.edu::1d839282-d54c-43ef-9c4a-2bdaef4e8268" providerId="AD" clId="Web-{1C1136DD-226B-41BE-9A2A-B1C33C966CBA}" dt="2023-11-30T02:26:47.150" v="164" actId="14100"/>
          <ac:picMkLst>
            <pc:docMk/>
            <pc:sldMk cId="3521795871" sldId="275"/>
            <ac:picMk id="4" creationId="{C5378BAF-EA9E-0A41-A7BF-3759E368AF74}"/>
          </ac:picMkLst>
        </pc:picChg>
        <pc:picChg chg="add mod">
          <ac:chgData name="Chittiprolu, Santhosh" userId="S::santhosh.chittiprolu@okstate.edu::1d839282-d54c-43ef-9c4a-2bdaef4e8268" providerId="AD" clId="Web-{1C1136DD-226B-41BE-9A2A-B1C33C966CBA}" dt="2023-11-30T02:26:42.994" v="163"/>
          <ac:picMkLst>
            <pc:docMk/>
            <pc:sldMk cId="3521795871" sldId="275"/>
            <ac:picMk id="5" creationId="{1BA2092E-DBBA-3AC8-7860-182429165233}"/>
          </ac:picMkLst>
        </pc:picChg>
        <pc:cxnChg chg="add">
          <ac:chgData name="Chittiprolu, Santhosh" userId="S::santhosh.chittiprolu@okstate.edu::1d839282-d54c-43ef-9c4a-2bdaef4e8268" providerId="AD" clId="Web-{1C1136DD-226B-41BE-9A2A-B1C33C966CBA}" dt="2023-11-30T02:26:42.994" v="163"/>
          <ac:cxnSpMkLst>
            <pc:docMk/>
            <pc:sldMk cId="3521795871" sldId="275"/>
            <ac:cxnSpMk id="20" creationId="{C49DA8F6-BCC1-4447-B54C-57856834B94B}"/>
          </ac:cxnSpMkLst>
        </pc:cxnChg>
      </pc:sldChg>
      <pc:sldChg chg="addSp delSp modSp new mod setBg">
        <pc:chgData name="Chittiprolu, Santhosh" userId="S::santhosh.chittiprolu@okstate.edu::1d839282-d54c-43ef-9c4a-2bdaef4e8268" providerId="AD" clId="Web-{1C1136DD-226B-41BE-9A2A-B1C33C966CBA}" dt="2023-11-30T02:44:15.154" v="277" actId="1076"/>
        <pc:sldMkLst>
          <pc:docMk/>
          <pc:sldMk cId="1010606113" sldId="276"/>
        </pc:sldMkLst>
        <pc:spChg chg="mod">
          <ac:chgData name="Chittiprolu, Santhosh" userId="S::santhosh.chittiprolu@okstate.edu::1d839282-d54c-43ef-9c4a-2bdaef4e8268" providerId="AD" clId="Web-{1C1136DD-226B-41BE-9A2A-B1C33C966CBA}" dt="2023-11-30T02:43:58.388" v="274" actId="14100"/>
          <ac:spMkLst>
            <pc:docMk/>
            <pc:sldMk cId="1010606113" sldId="276"/>
            <ac:spMk id="2" creationId="{A1168D56-A2A3-6B6F-44F2-6F502BA9DAAD}"/>
          </ac:spMkLst>
        </pc:spChg>
        <pc:spChg chg="del mod">
          <ac:chgData name="Chittiprolu, Santhosh" userId="S::santhosh.chittiprolu@okstate.edu::1d839282-d54c-43ef-9c4a-2bdaef4e8268" providerId="AD" clId="Web-{1C1136DD-226B-41BE-9A2A-B1C33C966CBA}" dt="2023-11-30T02:36:52.624" v="208"/>
          <ac:spMkLst>
            <pc:docMk/>
            <pc:sldMk cId="1010606113" sldId="276"/>
            <ac:spMk id="3" creationId="{CF3FB6A3-0397-F0E3-B142-0ED49B796908}"/>
          </ac:spMkLst>
        </pc:spChg>
        <pc:spChg chg="add mod">
          <ac:chgData name="Chittiprolu, Santhosh" userId="S::santhosh.chittiprolu@okstate.edu::1d839282-d54c-43ef-9c4a-2bdaef4e8268" providerId="AD" clId="Web-{1C1136DD-226B-41BE-9A2A-B1C33C966CBA}" dt="2023-11-30T02:44:15.154" v="277" actId="1076"/>
          <ac:spMkLst>
            <pc:docMk/>
            <pc:sldMk cId="1010606113" sldId="276"/>
            <ac:spMk id="10" creationId="{8F824B40-14D8-1209-9D9A-6174292D1716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37:08.734" v="212"/>
          <ac:spMkLst>
            <pc:docMk/>
            <pc:sldMk cId="1010606113" sldId="276"/>
            <ac:spMk id="13" creationId="{330C0765-5A38-4A34-880C-9CC4C2E14FBA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37:08.734" v="212"/>
          <ac:spMkLst>
            <pc:docMk/>
            <pc:sldMk cId="1010606113" sldId="276"/>
            <ac:spMk id="15" creationId="{B7DA268A-F88C-4936-8401-97C8C9861089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37:08.734" v="212"/>
          <ac:spMkLst>
            <pc:docMk/>
            <pc:sldMk cId="1010606113" sldId="276"/>
            <ac:spMk id="17" creationId="{2E48EAB8-CD1C-4BF5-A92C-BA11919E6EDF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37:08.734" v="212"/>
          <ac:spMkLst>
            <pc:docMk/>
            <pc:sldMk cId="1010606113" sldId="276"/>
            <ac:spMk id="19" creationId="{F66F957D-AE64-4187-90D7-B24F1CC27F61}"/>
          </ac:spMkLst>
        </pc:spChg>
        <pc:picChg chg="add mod ord">
          <ac:chgData name="Chittiprolu, Santhosh" userId="S::santhosh.chittiprolu@okstate.edu::1d839282-d54c-43ef-9c4a-2bdaef4e8268" providerId="AD" clId="Web-{1C1136DD-226B-41BE-9A2A-B1C33C966CBA}" dt="2023-11-30T02:37:08.734" v="212"/>
          <ac:picMkLst>
            <pc:docMk/>
            <pc:sldMk cId="1010606113" sldId="276"/>
            <ac:picMk id="4" creationId="{7131DE6D-DCCA-0E27-A3C3-9F4DC5FFEA2A}"/>
          </ac:picMkLst>
        </pc:picChg>
        <pc:picChg chg="add del mod">
          <ac:chgData name="Chittiprolu, Santhosh" userId="S::santhosh.chittiprolu@okstate.edu::1d839282-d54c-43ef-9c4a-2bdaef4e8268" providerId="AD" clId="Web-{1C1136DD-226B-41BE-9A2A-B1C33C966CBA}" dt="2023-11-30T02:37:00.624" v="210"/>
          <ac:picMkLst>
            <pc:docMk/>
            <pc:sldMk cId="1010606113" sldId="276"/>
            <ac:picMk id="5" creationId="{81627AAB-44AF-944A-866A-4D3DC689CB1C}"/>
          </ac:picMkLst>
        </pc:picChg>
        <pc:picChg chg="add mod">
          <ac:chgData name="Chittiprolu, Santhosh" userId="S::santhosh.chittiprolu@okstate.edu::1d839282-d54c-43ef-9c4a-2bdaef4e8268" providerId="AD" clId="Web-{1C1136DD-226B-41BE-9A2A-B1C33C966CBA}" dt="2023-11-30T02:37:08.734" v="212"/>
          <ac:picMkLst>
            <pc:docMk/>
            <pc:sldMk cId="1010606113" sldId="276"/>
            <ac:picMk id="6" creationId="{29C2A79B-4F40-0A94-463A-33BA9A54B64D}"/>
          </ac:picMkLst>
        </pc:picChg>
        <pc:cxnChg chg="add">
          <ac:chgData name="Chittiprolu, Santhosh" userId="S::santhosh.chittiprolu@okstate.edu::1d839282-d54c-43ef-9c4a-2bdaef4e8268" providerId="AD" clId="Web-{1C1136DD-226B-41BE-9A2A-B1C33C966CBA}" dt="2023-11-30T02:37:08.734" v="212"/>
          <ac:cxnSpMkLst>
            <pc:docMk/>
            <pc:sldMk cId="1010606113" sldId="276"/>
            <ac:cxnSpMk id="21" creationId="{C49DA8F6-BCC1-4447-B54C-57856834B94B}"/>
          </ac:cxnSpMkLst>
        </pc:cxnChg>
      </pc:sldChg>
      <pc:sldChg chg="addSp delSp modSp add replId">
        <pc:chgData name="Chittiprolu, Santhosh" userId="S::santhosh.chittiprolu@okstate.edu::1d839282-d54c-43ef-9c4a-2bdaef4e8268" providerId="AD" clId="Web-{1C1136DD-226B-41BE-9A2A-B1C33C966CBA}" dt="2023-11-30T03:01:54.972" v="352" actId="14100"/>
        <pc:sldMkLst>
          <pc:docMk/>
          <pc:sldMk cId="3727949903" sldId="277"/>
        </pc:sldMkLst>
        <pc:spChg chg="mod">
          <ac:chgData name="Chittiprolu, Santhosh" userId="S::santhosh.chittiprolu@okstate.edu::1d839282-d54c-43ef-9c4a-2bdaef4e8268" providerId="AD" clId="Web-{1C1136DD-226B-41BE-9A2A-B1C33C966CBA}" dt="2023-11-30T03:01:48.487" v="350" actId="14100"/>
          <ac:spMkLst>
            <pc:docMk/>
            <pc:sldMk cId="3727949903" sldId="277"/>
            <ac:spMk id="2" creationId="{A1168D56-A2A3-6B6F-44F2-6F502BA9DAAD}"/>
          </ac:spMkLst>
        </pc:spChg>
        <pc:spChg chg="add del mod">
          <ac:chgData name="Chittiprolu, Santhosh" userId="S::santhosh.chittiprolu@okstate.edu::1d839282-d54c-43ef-9c4a-2bdaef4e8268" providerId="AD" clId="Web-{1C1136DD-226B-41BE-9A2A-B1C33C966CBA}" dt="2023-11-30T02:56:28.492" v="302"/>
          <ac:spMkLst>
            <pc:docMk/>
            <pc:sldMk cId="3727949903" sldId="277"/>
            <ac:spMk id="3" creationId="{76C27AF0-9082-FA4C-4801-6F5A0F42962E}"/>
          </ac:spMkLst>
        </pc:spChg>
        <pc:spChg chg="mod">
          <ac:chgData name="Chittiprolu, Santhosh" userId="S::santhosh.chittiprolu@okstate.edu::1d839282-d54c-43ef-9c4a-2bdaef4e8268" providerId="AD" clId="Web-{1C1136DD-226B-41BE-9A2A-B1C33C966CBA}" dt="2023-11-30T03:01:54.972" v="352" actId="14100"/>
          <ac:spMkLst>
            <pc:docMk/>
            <pc:sldMk cId="3727949903" sldId="277"/>
            <ac:spMk id="10" creationId="{8F824B40-14D8-1209-9D9A-6174292D1716}"/>
          </ac:spMkLst>
        </pc:spChg>
        <pc:spChg chg="del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13" creationId="{330C0765-5A38-4A34-880C-9CC4C2E14FBA}"/>
          </ac:spMkLst>
        </pc:spChg>
        <pc:spChg chg="del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15" creationId="{B7DA268A-F88C-4936-8401-97C8C9861089}"/>
          </ac:spMkLst>
        </pc:spChg>
        <pc:spChg chg="del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17" creationId="{2E48EAB8-CD1C-4BF5-A92C-BA11919E6EDF}"/>
          </ac:spMkLst>
        </pc:spChg>
        <pc:spChg chg="del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19" creationId="{F66F957D-AE64-4187-90D7-B24F1CC27F61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26" creationId="{330C0765-5A38-4A34-880C-9CC4C2E14FBA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28" creationId="{B7DA268A-F88C-4936-8401-97C8C9861089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30" creationId="{2E48EAB8-CD1C-4BF5-A92C-BA11919E6EDF}"/>
          </ac:spMkLst>
        </pc:spChg>
        <pc:spChg chg="add">
          <ac:chgData name="Chittiprolu, Santhosh" userId="S::santhosh.chittiprolu@okstate.edu::1d839282-d54c-43ef-9c4a-2bdaef4e8268" providerId="AD" clId="Web-{1C1136DD-226B-41BE-9A2A-B1C33C966CBA}" dt="2023-11-30T02:56:40.633" v="305"/>
          <ac:spMkLst>
            <pc:docMk/>
            <pc:sldMk cId="3727949903" sldId="277"/>
            <ac:spMk id="32" creationId="{F66F957D-AE64-4187-90D7-B24F1CC27F61}"/>
          </ac:spMkLst>
        </pc:spChg>
        <pc:picChg chg="del">
          <ac:chgData name="Chittiprolu, Santhosh" userId="S::santhosh.chittiprolu@okstate.edu::1d839282-d54c-43ef-9c4a-2bdaef4e8268" providerId="AD" clId="Web-{1C1136DD-226B-41BE-9A2A-B1C33C966CBA}" dt="2023-11-30T02:49:35.634" v="298"/>
          <ac:picMkLst>
            <pc:docMk/>
            <pc:sldMk cId="3727949903" sldId="277"/>
            <ac:picMk id="4" creationId="{7131DE6D-DCCA-0E27-A3C3-9F4DC5FFEA2A}"/>
          </ac:picMkLst>
        </pc:picChg>
        <pc:picChg chg="add mod ord">
          <ac:chgData name="Chittiprolu, Santhosh" userId="S::santhosh.chittiprolu@okstate.edu::1d839282-d54c-43ef-9c4a-2bdaef4e8268" providerId="AD" clId="Web-{1C1136DD-226B-41BE-9A2A-B1C33C966CBA}" dt="2023-11-30T02:56:40.633" v="305"/>
          <ac:picMkLst>
            <pc:docMk/>
            <pc:sldMk cId="3727949903" sldId="277"/>
            <ac:picMk id="5" creationId="{270512FA-ECAC-2D33-300F-F27E016EE0F2}"/>
          </ac:picMkLst>
        </pc:picChg>
        <pc:picChg chg="del">
          <ac:chgData name="Chittiprolu, Santhosh" userId="S::santhosh.chittiprolu@okstate.edu::1d839282-d54c-43ef-9c4a-2bdaef4e8268" providerId="AD" clId="Web-{1C1136DD-226B-41BE-9A2A-B1C33C966CBA}" dt="2023-11-30T02:49:33.806" v="297"/>
          <ac:picMkLst>
            <pc:docMk/>
            <pc:sldMk cId="3727949903" sldId="277"/>
            <ac:picMk id="6" creationId="{29C2A79B-4F40-0A94-463A-33BA9A54B64D}"/>
          </ac:picMkLst>
        </pc:picChg>
        <pc:picChg chg="add mod">
          <ac:chgData name="Chittiprolu, Santhosh" userId="S::santhosh.chittiprolu@okstate.edu::1d839282-d54c-43ef-9c4a-2bdaef4e8268" providerId="AD" clId="Web-{1C1136DD-226B-41BE-9A2A-B1C33C966CBA}" dt="2023-11-30T02:56:40.633" v="305"/>
          <ac:picMkLst>
            <pc:docMk/>
            <pc:sldMk cId="3727949903" sldId="277"/>
            <ac:picMk id="7" creationId="{DC76407E-6347-7174-1B69-F96D22399104}"/>
          </ac:picMkLst>
        </pc:picChg>
        <pc:cxnChg chg="del">
          <ac:chgData name="Chittiprolu, Santhosh" userId="S::santhosh.chittiprolu@okstate.edu::1d839282-d54c-43ef-9c4a-2bdaef4e8268" providerId="AD" clId="Web-{1C1136DD-226B-41BE-9A2A-B1C33C966CBA}" dt="2023-11-30T02:56:40.633" v="305"/>
          <ac:cxnSpMkLst>
            <pc:docMk/>
            <pc:sldMk cId="3727949903" sldId="277"/>
            <ac:cxnSpMk id="21" creationId="{C49DA8F6-BCC1-4447-B54C-57856834B94B}"/>
          </ac:cxnSpMkLst>
        </pc:cxnChg>
        <pc:cxnChg chg="add">
          <ac:chgData name="Chittiprolu, Santhosh" userId="S::santhosh.chittiprolu@okstate.edu::1d839282-d54c-43ef-9c4a-2bdaef4e8268" providerId="AD" clId="Web-{1C1136DD-226B-41BE-9A2A-B1C33C966CBA}" dt="2023-11-30T02:56:40.633" v="305"/>
          <ac:cxnSpMkLst>
            <pc:docMk/>
            <pc:sldMk cId="3727949903" sldId="277"/>
            <ac:cxnSpMk id="34" creationId="{C49DA8F6-BCC1-4447-B54C-57856834B94B}"/>
          </ac:cxnSpMkLst>
        </pc:cxnChg>
      </pc:sldChg>
    </pc:docChg>
  </pc:docChgLst>
  <pc:docChgLst>
    <pc:chgData name="Chittiprolu, Santhosh" userId="S::santhosh.chittiprolu@okstate.edu::1d839282-d54c-43ef-9c4a-2bdaef4e8268" providerId="AD" clId="Web-{071AE8F4-F849-46FB-9F9A-5EDCC811617A}"/>
    <pc:docChg chg="addSld delSld modSld">
      <pc:chgData name="Chittiprolu, Santhosh" userId="S::santhosh.chittiprolu@okstate.edu::1d839282-d54c-43ef-9c4a-2bdaef4e8268" providerId="AD" clId="Web-{071AE8F4-F849-46FB-9F9A-5EDCC811617A}" dt="2023-11-30T04:32:56.727" v="53" actId="20577"/>
      <pc:docMkLst>
        <pc:docMk/>
      </pc:docMkLst>
      <pc:sldChg chg="modNotes">
        <pc:chgData name="Chittiprolu, Santhosh" userId="S::santhosh.chittiprolu@okstate.edu::1d839282-d54c-43ef-9c4a-2bdaef4e8268" providerId="AD" clId="Web-{071AE8F4-F849-46FB-9F9A-5EDCC811617A}" dt="2023-11-30T04:29:24.531" v="29"/>
        <pc:sldMkLst>
          <pc:docMk/>
          <pc:sldMk cId="1700012818" sldId="261"/>
        </pc:sldMkLst>
      </pc:sldChg>
      <pc:sldChg chg="addSp delSp modSp">
        <pc:chgData name="Chittiprolu, Santhosh" userId="S::santhosh.chittiprolu@okstate.edu::1d839282-d54c-43ef-9c4a-2bdaef4e8268" providerId="AD" clId="Web-{071AE8F4-F849-46FB-9F9A-5EDCC811617A}" dt="2023-11-30T04:32:56.727" v="53" actId="20577"/>
        <pc:sldMkLst>
          <pc:docMk/>
          <pc:sldMk cId="4025767887" sldId="264"/>
        </pc:sldMkLst>
        <pc:spChg chg="mod">
          <ac:chgData name="Chittiprolu, Santhosh" userId="S::santhosh.chittiprolu@okstate.edu::1d839282-d54c-43ef-9c4a-2bdaef4e8268" providerId="AD" clId="Web-{071AE8F4-F849-46FB-9F9A-5EDCC811617A}" dt="2023-11-30T04:32:56.727" v="53" actId="20577"/>
          <ac:spMkLst>
            <pc:docMk/>
            <pc:sldMk cId="4025767887" sldId="264"/>
            <ac:spMk id="2" creationId="{30CC7FA6-AA1F-53FF-698F-CEA6B656BFEB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32:52.196" v="52"/>
          <ac:spMkLst>
            <pc:docMk/>
            <pc:sldMk cId="4025767887" sldId="264"/>
            <ac:spMk id="9" creationId="{383F4F3A-DF89-453C-A499-8C259F6A2F13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32:52.196" v="52"/>
          <ac:spMkLst>
            <pc:docMk/>
            <pc:sldMk cId="4025767887" sldId="264"/>
            <ac:spMk id="11" creationId="{58BDB0EE-D238-415B-9ED8-62AA6AB2AAD1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32:52.196" v="52"/>
          <ac:spMkLst>
            <pc:docMk/>
            <pc:sldMk cId="4025767887" sldId="264"/>
            <ac:spMk id="13" creationId="{C5B55FC3-961D-4325-82F1-DE92B0D04E03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32:52.196" v="52"/>
          <ac:spMkLst>
            <pc:docMk/>
            <pc:sldMk cId="4025767887" sldId="264"/>
            <ac:spMk id="17" creationId="{4C8AB332-D09E-4F28-943C-DABDD4716A3C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32:52.196" v="52"/>
          <ac:spMkLst>
            <pc:docMk/>
            <pc:sldMk cId="4025767887" sldId="264"/>
            <ac:spMk id="22" creationId="{2659FDB4-FCBE-4A89-B46D-43D4FA54464D}"/>
          </ac:spMkLst>
        </pc:spChg>
        <pc:graphicFrameChg chg="mod modGraphic">
          <ac:chgData name="Chittiprolu, Santhosh" userId="S::santhosh.chittiprolu@okstate.edu::1d839282-d54c-43ef-9c4a-2bdaef4e8268" providerId="AD" clId="Web-{071AE8F4-F849-46FB-9F9A-5EDCC811617A}" dt="2023-11-30T04:32:52.196" v="52"/>
          <ac:graphicFrameMkLst>
            <pc:docMk/>
            <pc:sldMk cId="4025767887" sldId="264"/>
            <ac:graphicFrameMk id="5" creationId="{0AC90404-6760-D957-1975-7AC0F488F183}"/>
          </ac:graphicFrameMkLst>
        </pc:graphicFrameChg>
        <pc:cxnChg chg="add del">
          <ac:chgData name="Chittiprolu, Santhosh" userId="S::santhosh.chittiprolu@okstate.edu::1d839282-d54c-43ef-9c4a-2bdaef4e8268" providerId="AD" clId="Web-{071AE8F4-F849-46FB-9F9A-5EDCC811617A}" dt="2023-11-30T04:32:52.196" v="52"/>
          <ac:cxnSpMkLst>
            <pc:docMk/>
            <pc:sldMk cId="4025767887" sldId="264"/>
            <ac:cxnSpMk id="15" creationId="{C8F51B3F-8331-4E4A-AE96-D47B1006EEAD}"/>
          </ac:cxnSpMkLst>
        </pc:cxnChg>
        <pc:cxnChg chg="add del">
          <ac:chgData name="Chittiprolu, Santhosh" userId="S::santhosh.chittiprolu@okstate.edu::1d839282-d54c-43ef-9c4a-2bdaef4e8268" providerId="AD" clId="Web-{071AE8F4-F849-46FB-9F9A-5EDCC811617A}" dt="2023-11-30T04:32:52.196" v="52"/>
          <ac:cxnSpMkLst>
            <pc:docMk/>
            <pc:sldMk cId="4025767887" sldId="264"/>
            <ac:cxnSpMk id="24" creationId="{C8F51B3F-8331-4E4A-AE96-D47B1006EEAD}"/>
          </ac:cxnSpMkLst>
        </pc:cxnChg>
      </pc:sldChg>
      <pc:sldChg chg="modNotes">
        <pc:chgData name="Chittiprolu, Santhosh" userId="S::santhosh.chittiprolu@okstate.edu::1d839282-d54c-43ef-9c4a-2bdaef4e8268" providerId="AD" clId="Web-{071AE8F4-F849-46FB-9F9A-5EDCC811617A}" dt="2023-11-30T04:26:18.399" v="15"/>
        <pc:sldMkLst>
          <pc:docMk/>
          <pc:sldMk cId="212006672" sldId="266"/>
        </pc:sldMkLst>
      </pc:sldChg>
      <pc:sldChg chg="modNotes">
        <pc:chgData name="Chittiprolu, Santhosh" userId="S::santhosh.chittiprolu@okstate.edu::1d839282-d54c-43ef-9c4a-2bdaef4e8268" providerId="AD" clId="Web-{071AE8F4-F849-46FB-9F9A-5EDCC811617A}" dt="2023-11-30T04:26:35.524" v="17"/>
        <pc:sldMkLst>
          <pc:docMk/>
          <pc:sldMk cId="2638638397" sldId="267"/>
        </pc:sldMkLst>
      </pc:sldChg>
      <pc:sldChg chg="del">
        <pc:chgData name="Chittiprolu, Santhosh" userId="S::santhosh.chittiprolu@okstate.edu::1d839282-d54c-43ef-9c4a-2bdaef4e8268" providerId="AD" clId="Web-{071AE8F4-F849-46FB-9F9A-5EDCC811617A}" dt="2023-11-30T04:24:47.942" v="13"/>
        <pc:sldMkLst>
          <pc:docMk/>
          <pc:sldMk cId="3974332980" sldId="268"/>
        </pc:sldMkLst>
      </pc:sldChg>
      <pc:sldChg chg="addSp delSp modSp del">
        <pc:chgData name="Chittiprolu, Santhosh" userId="S::santhosh.chittiprolu@okstate.edu::1d839282-d54c-43ef-9c4a-2bdaef4e8268" providerId="AD" clId="Web-{071AE8F4-F849-46FB-9F9A-5EDCC811617A}" dt="2023-11-30T04:24:24.285" v="9"/>
        <pc:sldMkLst>
          <pc:docMk/>
          <pc:sldMk cId="373673870" sldId="269"/>
        </pc:sldMkLst>
        <pc:spChg chg="mod">
          <ac:chgData name="Chittiprolu, Santhosh" userId="S::santhosh.chittiprolu@okstate.edu::1d839282-d54c-43ef-9c4a-2bdaef4e8268" providerId="AD" clId="Web-{071AE8F4-F849-46FB-9F9A-5EDCC811617A}" dt="2023-11-30T04:24:20.613" v="8" actId="20577"/>
          <ac:spMkLst>
            <pc:docMk/>
            <pc:sldMk cId="373673870" sldId="269"/>
            <ac:spMk id="2" creationId="{7D6178B8-43D5-4962-AC87-82D92AD4C8A2}"/>
          </ac:spMkLst>
        </pc:spChg>
        <pc:spChg chg="add del mod">
          <ac:chgData name="Chittiprolu, Santhosh" userId="S::santhosh.chittiprolu@okstate.edu::1d839282-d54c-43ef-9c4a-2bdaef4e8268" providerId="AD" clId="Web-{071AE8F4-F849-46FB-9F9A-5EDCC811617A}" dt="2023-11-30T04:24:05.800" v="3"/>
          <ac:spMkLst>
            <pc:docMk/>
            <pc:sldMk cId="373673870" sldId="269"/>
            <ac:spMk id="4" creationId="{CD05EB29-9832-F79B-6328-E50E10BBD566}"/>
          </ac:spMkLst>
        </pc:spChg>
      </pc:sldChg>
      <pc:sldChg chg="addSp delSp modSp mod setBg">
        <pc:chgData name="Chittiprolu, Santhosh" userId="S::santhosh.chittiprolu@okstate.edu::1d839282-d54c-43ef-9c4a-2bdaef4e8268" providerId="AD" clId="Web-{071AE8F4-F849-46FB-9F9A-5EDCC811617A}" dt="2023-11-30T04:30:04.783" v="43"/>
        <pc:sldMkLst>
          <pc:docMk/>
          <pc:sldMk cId="1305340950" sldId="271"/>
        </pc:sldMkLst>
        <pc:spChg chg="mod">
          <ac:chgData name="Chittiprolu, Santhosh" userId="S::santhosh.chittiprolu@okstate.edu::1d839282-d54c-43ef-9c4a-2bdaef4e8268" providerId="AD" clId="Web-{071AE8F4-F849-46FB-9F9A-5EDCC811617A}" dt="2023-11-30T04:30:04.783" v="43"/>
          <ac:spMkLst>
            <pc:docMk/>
            <pc:sldMk cId="1305340950" sldId="271"/>
            <ac:spMk id="2" creationId="{DD457B03-22FD-F5B6-9C9B-C09E41D16AAD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30:04.783" v="43"/>
          <ac:spMkLst>
            <pc:docMk/>
            <pc:sldMk cId="1305340950" sldId="271"/>
            <ac:spMk id="3" creationId="{3F159CDD-5996-1C2A-288B-E954834F4396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30:04.783" v="43"/>
          <ac:spMkLst>
            <pc:docMk/>
            <pc:sldMk cId="1305340950" sldId="271"/>
            <ac:spMk id="8" creationId="{D5B012D8-7F27-4758-9AC6-C889B154BD73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30:04.783" v="43"/>
          <ac:spMkLst>
            <pc:docMk/>
            <pc:sldMk cId="1305340950" sldId="271"/>
            <ac:spMk id="10" creationId="{4063B759-00FC-46D1-9898-8E8625268FAF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27:58.012" v="27"/>
          <ac:spMkLst>
            <pc:docMk/>
            <pc:sldMk cId="1305340950" sldId="271"/>
            <ac:spMk id="11" creationId="{D5B012D8-7F27-4758-9AC6-C889B154BD73}"/>
          </ac:spMkLst>
        </pc:spChg>
        <pc:spChg chg="add del">
          <ac:chgData name="Chittiprolu, Santhosh" userId="S::santhosh.chittiprolu@okstate.edu::1d839282-d54c-43ef-9c4a-2bdaef4e8268" providerId="AD" clId="Web-{071AE8F4-F849-46FB-9F9A-5EDCC811617A}" dt="2023-11-30T04:27:58.012" v="27"/>
          <ac:spMkLst>
            <pc:docMk/>
            <pc:sldMk cId="1305340950" sldId="271"/>
            <ac:spMk id="13" creationId="{4063B759-00FC-46D1-9898-8E8625268FAF}"/>
          </ac:spMkLst>
        </pc:spChg>
        <pc:picChg chg="add del">
          <ac:chgData name="Chittiprolu, Santhosh" userId="S::santhosh.chittiprolu@okstate.edu::1d839282-d54c-43ef-9c4a-2bdaef4e8268" providerId="AD" clId="Web-{071AE8F4-F849-46FB-9F9A-5EDCC811617A}" dt="2023-11-30T04:27:58.012" v="27"/>
          <ac:picMkLst>
            <pc:docMk/>
            <pc:sldMk cId="1305340950" sldId="271"/>
            <ac:picMk id="5" creationId="{E2217F8E-7D0C-A7B9-FB0E-0EA5E3068B6B}"/>
          </ac:picMkLst>
        </pc:picChg>
        <pc:picChg chg="add">
          <ac:chgData name="Chittiprolu, Santhosh" userId="S::santhosh.chittiprolu@okstate.edu::1d839282-d54c-43ef-9c4a-2bdaef4e8268" providerId="AD" clId="Web-{071AE8F4-F849-46FB-9F9A-5EDCC811617A}" dt="2023-11-30T04:30:04.783" v="43"/>
          <ac:picMkLst>
            <pc:docMk/>
            <pc:sldMk cId="1305340950" sldId="271"/>
            <ac:picMk id="7" creationId="{3BA8299D-1A90-1194-07F9-CB36B6749BEA}"/>
          </ac:picMkLst>
        </pc:picChg>
        <pc:cxnChg chg="add">
          <ac:chgData name="Chittiprolu, Santhosh" userId="S::santhosh.chittiprolu@okstate.edu::1d839282-d54c-43ef-9c4a-2bdaef4e8268" providerId="AD" clId="Web-{071AE8F4-F849-46FB-9F9A-5EDCC811617A}" dt="2023-11-30T04:30:04.783" v="43"/>
          <ac:cxnSpMkLst>
            <pc:docMk/>
            <pc:sldMk cId="1305340950" sldId="271"/>
            <ac:cxnSpMk id="6" creationId="{D1B787A8-0D67-4B7E-9B48-86BD906AB6B5}"/>
          </ac:cxnSpMkLst>
        </pc:cxnChg>
        <pc:cxnChg chg="add del">
          <ac:chgData name="Chittiprolu, Santhosh" userId="S::santhosh.chittiprolu@okstate.edu::1d839282-d54c-43ef-9c4a-2bdaef4e8268" providerId="AD" clId="Web-{071AE8F4-F849-46FB-9F9A-5EDCC811617A}" dt="2023-11-30T04:27:58.012" v="27"/>
          <ac:cxnSpMkLst>
            <pc:docMk/>
            <pc:sldMk cId="1305340950" sldId="271"/>
            <ac:cxnSpMk id="9" creationId="{D1B787A8-0D67-4B7E-9B48-86BD906AB6B5}"/>
          </ac:cxnSpMkLst>
        </pc:cxnChg>
      </pc:sldChg>
      <pc:sldChg chg="del">
        <pc:chgData name="Chittiprolu, Santhosh" userId="S::santhosh.chittiprolu@okstate.edu::1d839282-d54c-43ef-9c4a-2bdaef4e8268" providerId="AD" clId="Web-{071AE8F4-F849-46FB-9F9A-5EDCC811617A}" dt="2023-11-30T04:27:33.058" v="24"/>
        <pc:sldMkLst>
          <pc:docMk/>
          <pc:sldMk cId="505045710" sldId="272"/>
        </pc:sldMkLst>
      </pc:sldChg>
      <pc:sldChg chg="del">
        <pc:chgData name="Chittiprolu, Santhosh" userId="S::santhosh.chittiprolu@okstate.edu::1d839282-d54c-43ef-9c4a-2bdaef4e8268" providerId="AD" clId="Web-{071AE8F4-F849-46FB-9F9A-5EDCC811617A}" dt="2023-11-30T04:27:35.918" v="25"/>
        <pc:sldMkLst>
          <pc:docMk/>
          <pc:sldMk cId="3956762461" sldId="273"/>
        </pc:sldMkLst>
      </pc:sldChg>
      <pc:sldChg chg="addSp delSp modSp">
        <pc:chgData name="Chittiprolu, Santhosh" userId="S::santhosh.chittiprolu@okstate.edu::1d839282-d54c-43ef-9c4a-2bdaef4e8268" providerId="AD" clId="Web-{071AE8F4-F849-46FB-9F9A-5EDCC811617A}" dt="2023-11-30T04:30:18.690" v="44"/>
        <pc:sldMkLst>
          <pc:docMk/>
          <pc:sldMk cId="2987915917" sldId="274"/>
        </pc:sldMkLst>
        <pc:spChg chg="mod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2" creationId="{81BE8E14-96FF-C980-BD29-85A27295E2B9}"/>
          </ac:spMkLst>
        </pc:spChg>
        <pc:spChg chg="mod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8" creationId="{6F43A39E-0D1E-CEE4-CBFB-9839AF2103D7}"/>
          </ac:spMkLst>
        </pc:spChg>
        <pc:spChg chg="del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26" creationId="{A2679492-7988-4050-9056-542444452411}"/>
          </ac:spMkLst>
        </pc:spChg>
        <pc:spChg chg="del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28" creationId="{B091B163-7D61-4891-ABCF-5C13D9C418D0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35" creationId="{8D1AA55E-40D5-461B-A5A8-4AE8AAB71B08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39" creationId="{6CB927A4-E432-4310-9CD5-E89FF5063179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30:18.690" v="44"/>
          <ac:spMkLst>
            <pc:docMk/>
            <pc:sldMk cId="2987915917" sldId="274"/>
            <ac:spMk id="41" creationId="{E3020543-B24B-4EC4-8FFC-8DD88EEA91A8}"/>
          </ac:spMkLst>
        </pc:spChg>
        <pc:picChg chg="mod ord">
          <ac:chgData name="Chittiprolu, Santhosh" userId="S::santhosh.chittiprolu@okstate.edu::1d839282-d54c-43ef-9c4a-2bdaef4e8268" providerId="AD" clId="Web-{071AE8F4-F849-46FB-9F9A-5EDCC811617A}" dt="2023-11-30T04:30:18.690" v="44"/>
          <ac:picMkLst>
            <pc:docMk/>
            <pc:sldMk cId="2987915917" sldId="274"/>
            <ac:picMk id="4" creationId="{59C9BA1D-7CDC-F52C-C5B9-B079FFFC82E3}"/>
          </ac:picMkLst>
        </pc:picChg>
        <pc:cxnChg chg="del">
          <ac:chgData name="Chittiprolu, Santhosh" userId="S::santhosh.chittiprolu@okstate.edu::1d839282-d54c-43ef-9c4a-2bdaef4e8268" providerId="AD" clId="Web-{071AE8F4-F849-46FB-9F9A-5EDCC811617A}" dt="2023-11-30T04:30:18.690" v="44"/>
          <ac:cxnSpMkLst>
            <pc:docMk/>
            <pc:sldMk cId="2987915917" sldId="274"/>
            <ac:cxnSpMk id="30" creationId="{C49DA8F6-BCC1-4447-B54C-57856834B94B}"/>
          </ac:cxnSpMkLst>
        </pc:cxnChg>
        <pc:cxnChg chg="add">
          <ac:chgData name="Chittiprolu, Santhosh" userId="S::santhosh.chittiprolu@okstate.edu::1d839282-d54c-43ef-9c4a-2bdaef4e8268" providerId="AD" clId="Web-{071AE8F4-F849-46FB-9F9A-5EDCC811617A}" dt="2023-11-30T04:30:18.690" v="44"/>
          <ac:cxnSpMkLst>
            <pc:docMk/>
            <pc:sldMk cId="2987915917" sldId="274"/>
            <ac:cxnSpMk id="37" creationId="{7EB498BD-8089-4626-91EA-4978EBEF535E}"/>
          </ac:cxnSpMkLst>
        </pc:cxnChg>
      </pc:sldChg>
      <pc:sldChg chg="modNotes">
        <pc:chgData name="Chittiprolu, Santhosh" userId="S::santhosh.chittiprolu@okstate.edu::1d839282-d54c-43ef-9c4a-2bdaef4e8268" providerId="AD" clId="Web-{071AE8F4-F849-46FB-9F9A-5EDCC811617A}" dt="2023-11-30T04:26:49.041" v="19"/>
        <pc:sldMkLst>
          <pc:docMk/>
          <pc:sldMk cId="3521795871" sldId="275"/>
        </pc:sldMkLst>
      </pc:sldChg>
      <pc:sldChg chg="modNotes">
        <pc:chgData name="Chittiprolu, Santhosh" userId="S::santhosh.chittiprolu@okstate.edu::1d839282-d54c-43ef-9c4a-2bdaef4e8268" providerId="AD" clId="Web-{071AE8F4-F849-46FB-9F9A-5EDCC811617A}" dt="2023-11-30T04:27:23.167" v="21"/>
        <pc:sldMkLst>
          <pc:docMk/>
          <pc:sldMk cId="1010606113" sldId="276"/>
        </pc:sldMkLst>
      </pc:sldChg>
      <pc:sldChg chg="modNotes">
        <pc:chgData name="Chittiprolu, Santhosh" userId="S::santhosh.chittiprolu@okstate.edu::1d839282-d54c-43ef-9c4a-2bdaef4e8268" providerId="AD" clId="Web-{071AE8F4-F849-46FB-9F9A-5EDCC811617A}" dt="2023-11-30T04:27:26.902" v="23"/>
        <pc:sldMkLst>
          <pc:docMk/>
          <pc:sldMk cId="3727949903" sldId="277"/>
        </pc:sldMkLst>
      </pc:sldChg>
      <pc:sldChg chg="addSp modSp new mod setBg">
        <pc:chgData name="Chittiprolu, Santhosh" userId="S::santhosh.chittiprolu@okstate.edu::1d839282-d54c-43ef-9c4a-2bdaef4e8268" providerId="AD" clId="Web-{071AE8F4-F849-46FB-9F9A-5EDCC811617A}" dt="2023-11-30T04:29:39.235" v="36" actId="20577"/>
        <pc:sldMkLst>
          <pc:docMk/>
          <pc:sldMk cId="3850150456" sldId="278"/>
        </pc:sldMkLst>
        <pc:spChg chg="mod">
          <ac:chgData name="Chittiprolu, Santhosh" userId="S::santhosh.chittiprolu@okstate.edu::1d839282-d54c-43ef-9c4a-2bdaef4e8268" providerId="AD" clId="Web-{071AE8F4-F849-46FB-9F9A-5EDCC811617A}" dt="2023-11-30T04:29:39.235" v="36" actId="20577"/>
          <ac:spMkLst>
            <pc:docMk/>
            <pc:sldMk cId="3850150456" sldId="278"/>
            <ac:spMk id="2" creationId="{61635758-6463-4018-666C-6AC370566F1F}"/>
          </ac:spMkLst>
        </pc:spChg>
        <pc:spChg chg="mod">
          <ac:chgData name="Chittiprolu, Santhosh" userId="S::santhosh.chittiprolu@okstate.edu::1d839282-d54c-43ef-9c4a-2bdaef4e8268" providerId="AD" clId="Web-{071AE8F4-F849-46FB-9F9A-5EDCC811617A}" dt="2023-11-30T04:24:31.097" v="12"/>
          <ac:spMkLst>
            <pc:docMk/>
            <pc:sldMk cId="3850150456" sldId="278"/>
            <ac:spMk id="3" creationId="{1EF17495-B517-9848-73F5-77ADF9D303FE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24:31.097" v="12"/>
          <ac:spMkLst>
            <pc:docMk/>
            <pc:sldMk cId="3850150456" sldId="278"/>
            <ac:spMk id="8" creationId="{327D73B4-9F5C-4A64-A179-51B9500CB8B5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24:31.097" v="12"/>
          <ac:spMkLst>
            <pc:docMk/>
            <pc:sldMk cId="3850150456" sldId="278"/>
            <ac:spMk id="10" creationId="{C1F06963-6374-4B48-844F-071A9BAAAE02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24:31.097" v="12"/>
          <ac:spMkLst>
            <pc:docMk/>
            <pc:sldMk cId="3850150456" sldId="278"/>
            <ac:spMk id="12" creationId="{6CB927A4-E432-4310-9CD5-E89FF5063179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24:31.097" v="12"/>
          <ac:spMkLst>
            <pc:docMk/>
            <pc:sldMk cId="3850150456" sldId="278"/>
            <ac:spMk id="14" creationId="{1453BF6C-B012-48B7-B4E8-6D7AC7C27D02}"/>
          </ac:spMkLst>
        </pc:spChg>
        <pc:spChg chg="add">
          <ac:chgData name="Chittiprolu, Santhosh" userId="S::santhosh.chittiprolu@okstate.edu::1d839282-d54c-43ef-9c4a-2bdaef4e8268" providerId="AD" clId="Web-{071AE8F4-F849-46FB-9F9A-5EDCC811617A}" dt="2023-11-30T04:24:31.097" v="12"/>
          <ac:spMkLst>
            <pc:docMk/>
            <pc:sldMk cId="3850150456" sldId="278"/>
            <ac:spMk id="16" creationId="{E3020543-B24B-4EC4-8FFC-8DD88EEA91A8}"/>
          </ac:spMkLst>
        </pc:spChg>
        <pc:cxnChg chg="add">
          <ac:chgData name="Chittiprolu, Santhosh" userId="S::santhosh.chittiprolu@okstate.edu::1d839282-d54c-43ef-9c4a-2bdaef4e8268" providerId="AD" clId="Web-{071AE8F4-F849-46FB-9F9A-5EDCC811617A}" dt="2023-11-30T04:24:31.097" v="12"/>
          <ac:cxnSpMkLst>
            <pc:docMk/>
            <pc:sldMk cId="3850150456" sldId="278"/>
            <ac:cxnSpMk id="18" creationId="{C49DA8F6-BCC1-4447-B54C-57856834B94B}"/>
          </ac:cxnSpMkLst>
        </pc:cxnChg>
      </pc:sldChg>
      <pc:sldChg chg="modSp new">
        <pc:chgData name="Chittiprolu, Santhosh" userId="S::santhosh.chittiprolu@okstate.edu::1d839282-d54c-43ef-9c4a-2bdaef4e8268" providerId="AD" clId="Web-{071AE8F4-F849-46FB-9F9A-5EDCC811617A}" dt="2023-11-30T04:30:34.534" v="50" actId="20577"/>
        <pc:sldMkLst>
          <pc:docMk/>
          <pc:sldMk cId="338166640" sldId="279"/>
        </pc:sldMkLst>
        <pc:spChg chg="mod">
          <ac:chgData name="Chittiprolu, Santhosh" userId="S::santhosh.chittiprolu@okstate.edu::1d839282-d54c-43ef-9c4a-2bdaef4e8268" providerId="AD" clId="Web-{071AE8F4-F849-46FB-9F9A-5EDCC811617A}" dt="2023-11-30T04:30:34.534" v="50" actId="20577"/>
          <ac:spMkLst>
            <pc:docMk/>
            <pc:sldMk cId="338166640" sldId="279"/>
            <ac:spMk id="2" creationId="{58EAB351-B185-662E-2F05-846326345478}"/>
          </ac:spMkLst>
        </pc:spChg>
      </pc:sldChg>
    </pc:docChg>
  </pc:docChgLst>
  <pc:docChgLst>
    <pc:chgData name="Chittiprolu, Santhosh" userId="S::santhosh.chittiprolu@okstate.edu::1d839282-d54c-43ef-9c4a-2bdaef4e8268" providerId="AD" clId="Web-{B61E7984-B1E7-4458-850A-CBFDD1E4EE03}"/>
    <pc:docChg chg="modSld">
      <pc:chgData name="Chittiprolu, Santhosh" userId="S::santhosh.chittiprolu@okstate.edu::1d839282-d54c-43ef-9c4a-2bdaef4e8268" providerId="AD" clId="Web-{B61E7984-B1E7-4458-850A-CBFDD1E4EE03}" dt="2023-11-30T03:59:53.379" v="4" actId="20577"/>
      <pc:docMkLst>
        <pc:docMk/>
      </pc:docMkLst>
      <pc:sldChg chg="modSp">
        <pc:chgData name="Chittiprolu, Santhosh" userId="S::santhosh.chittiprolu@okstate.edu::1d839282-d54c-43ef-9c4a-2bdaef4e8268" providerId="AD" clId="Web-{B61E7984-B1E7-4458-850A-CBFDD1E4EE03}" dt="2023-11-30T03:59:53.379" v="4" actId="20577"/>
        <pc:sldMkLst>
          <pc:docMk/>
          <pc:sldMk cId="373673870" sldId="269"/>
        </pc:sldMkLst>
        <pc:spChg chg="mod">
          <ac:chgData name="Chittiprolu, Santhosh" userId="S::santhosh.chittiprolu@okstate.edu::1d839282-d54c-43ef-9c4a-2bdaef4e8268" providerId="AD" clId="Web-{B61E7984-B1E7-4458-850A-CBFDD1E4EE03}" dt="2023-11-30T03:59:53.379" v="4" actId="20577"/>
          <ac:spMkLst>
            <pc:docMk/>
            <pc:sldMk cId="373673870" sldId="269"/>
            <ac:spMk id="2" creationId="{7D6178B8-43D5-4962-AC87-82D92AD4C8A2}"/>
          </ac:spMkLst>
        </pc:spChg>
        <pc:spChg chg="mod">
          <ac:chgData name="Chittiprolu, Santhosh" userId="S::santhosh.chittiprolu@okstate.edu::1d839282-d54c-43ef-9c4a-2bdaef4e8268" providerId="AD" clId="Web-{B61E7984-B1E7-4458-850A-CBFDD1E4EE03}" dt="2023-11-30T03:43:11.175" v="0" actId="20577"/>
          <ac:spMkLst>
            <pc:docMk/>
            <pc:sldMk cId="373673870" sldId="269"/>
            <ac:spMk id="3" creationId="{E2472EFC-7A65-BE92-7DA6-51FE834764BD}"/>
          </ac:spMkLst>
        </pc:spChg>
      </pc:sldChg>
    </pc:docChg>
  </pc:docChgLst>
  <pc:docChgLst>
    <pc:chgData name="Chittiprolu, Santhosh" userId="S::santhosh.chittiprolu@okstate.edu::1d839282-d54c-43ef-9c4a-2bdaef4e8268" providerId="AD" clId="Web-{886C6997-B82E-41A3-AEF8-6EF9FCE57920}"/>
    <pc:docChg chg="addSld delSld modSld sldOrd">
      <pc:chgData name="Chittiprolu, Santhosh" userId="S::santhosh.chittiprolu@okstate.edu::1d839282-d54c-43ef-9c4a-2bdaef4e8268" providerId="AD" clId="Web-{886C6997-B82E-41A3-AEF8-6EF9FCE57920}" dt="2023-11-30T01:45:24.973" v="397" actId="20577"/>
      <pc:docMkLst>
        <pc:docMk/>
      </pc:docMkLst>
      <pc:sldChg chg="modSp">
        <pc:chgData name="Chittiprolu, Santhosh" userId="S::santhosh.chittiprolu@okstate.edu::1d839282-d54c-43ef-9c4a-2bdaef4e8268" providerId="AD" clId="Web-{886C6997-B82E-41A3-AEF8-6EF9FCE57920}" dt="2023-11-30T01:28:58.868" v="365" actId="20577"/>
        <pc:sldMkLst>
          <pc:docMk/>
          <pc:sldMk cId="963729975" sldId="256"/>
        </pc:sldMkLst>
        <pc:spChg chg="mod">
          <ac:chgData name="Chittiprolu, Santhosh" userId="S::santhosh.chittiprolu@okstate.edu::1d839282-d54c-43ef-9c4a-2bdaef4e8268" providerId="AD" clId="Web-{886C6997-B82E-41A3-AEF8-6EF9FCE57920}" dt="2023-11-30T01:28:58.868" v="365" actId="20577"/>
          <ac:spMkLst>
            <pc:docMk/>
            <pc:sldMk cId="963729975" sldId="256"/>
            <ac:spMk id="2" creationId="{A4A19ABB-D0AD-98C4-FA85-642C254DF02B}"/>
          </ac:spMkLst>
        </pc:spChg>
        <pc:spChg chg="mod">
          <ac:chgData name="Chittiprolu, Santhosh" userId="S::santhosh.chittiprolu@okstate.edu::1d839282-d54c-43ef-9c4a-2bdaef4e8268" providerId="AD" clId="Web-{886C6997-B82E-41A3-AEF8-6EF9FCE57920}" dt="2023-11-30T01:26:36.971" v="337" actId="20577"/>
          <ac:spMkLst>
            <pc:docMk/>
            <pc:sldMk cId="963729975" sldId="256"/>
            <ac:spMk id="3" creationId="{B96F865B-A6AF-BF85-21F2-3DC74649DD2F}"/>
          </ac:spMkLst>
        </pc:spChg>
        <pc:picChg chg="mod">
          <ac:chgData name="Chittiprolu, Santhosh" userId="S::santhosh.chittiprolu@okstate.edu::1d839282-d54c-43ef-9c4a-2bdaef4e8268" providerId="AD" clId="Web-{886C6997-B82E-41A3-AEF8-6EF9FCE57920}" dt="2023-11-30T01:27:58.678" v="363" actId="1076"/>
          <ac:picMkLst>
            <pc:docMk/>
            <pc:sldMk cId="963729975" sldId="256"/>
            <ac:picMk id="24" creationId="{1B25B49A-0242-9D69-006E-C134D33ABA3C}"/>
          </ac:picMkLst>
        </pc:picChg>
      </pc:sldChg>
      <pc:sldChg chg="addSp delSp modSp">
        <pc:chgData name="Chittiprolu, Santhosh" userId="S::santhosh.chittiprolu@okstate.edu::1d839282-d54c-43ef-9c4a-2bdaef4e8268" providerId="AD" clId="Web-{886C6997-B82E-41A3-AEF8-6EF9FCE57920}" dt="2023-11-30T01:20:36.643" v="324"/>
        <pc:sldMkLst>
          <pc:docMk/>
          <pc:sldMk cId="2396510217" sldId="259"/>
        </pc:sldMkLst>
        <pc:spChg chg="del mod">
          <ac:chgData name="Chittiprolu, Santhosh" userId="S::santhosh.chittiprolu@okstate.edu::1d839282-d54c-43ef-9c4a-2bdaef4e8268" providerId="AD" clId="Web-{886C6997-B82E-41A3-AEF8-6EF9FCE57920}" dt="2023-11-30T01:20:36.643" v="324"/>
          <ac:spMkLst>
            <pc:docMk/>
            <pc:sldMk cId="2396510217" sldId="259"/>
            <ac:spMk id="3" creationId="{DD36C293-298A-2D57-55BA-8964DB9875D6}"/>
          </ac:spMkLst>
        </pc:spChg>
        <pc:graphicFrameChg chg="add">
          <ac:chgData name="Chittiprolu, Santhosh" userId="S::santhosh.chittiprolu@okstate.edu::1d839282-d54c-43ef-9c4a-2bdaef4e8268" providerId="AD" clId="Web-{886C6997-B82E-41A3-AEF8-6EF9FCE57920}" dt="2023-11-30T01:20:36.643" v="324"/>
          <ac:graphicFrameMkLst>
            <pc:docMk/>
            <pc:sldMk cId="2396510217" sldId="259"/>
            <ac:graphicFrameMk id="5" creationId="{34F3FD28-AFA6-3313-6853-733657637420}"/>
          </ac:graphicFrameMkLst>
        </pc:graphicFrameChg>
      </pc:sldChg>
      <pc:sldChg chg="addSp delSp modSp mod setBg">
        <pc:chgData name="Chittiprolu, Santhosh" userId="S::santhosh.chittiprolu@okstate.edu::1d839282-d54c-43ef-9c4a-2bdaef4e8268" providerId="AD" clId="Web-{886C6997-B82E-41A3-AEF8-6EF9FCE57920}" dt="2023-11-30T01:20:49.534" v="325" actId="14100"/>
        <pc:sldMkLst>
          <pc:docMk/>
          <pc:sldMk cId="865848292" sldId="260"/>
        </pc:sldMkLst>
        <pc:spChg chg="mod">
          <ac:chgData name="Chittiprolu, Santhosh" userId="S::santhosh.chittiprolu@okstate.edu::1d839282-d54c-43ef-9c4a-2bdaef4e8268" providerId="AD" clId="Web-{886C6997-B82E-41A3-AEF8-6EF9FCE57920}" dt="2023-11-30T01:20:49.534" v="325" actId="14100"/>
          <ac:spMkLst>
            <pc:docMk/>
            <pc:sldMk cId="865848292" sldId="260"/>
            <ac:spMk id="2" creationId="{1AF5294F-4128-0AEE-96C1-80840CA26EBE}"/>
          </ac:spMkLst>
        </pc:spChg>
        <pc:spChg chg="add del mod">
          <ac:chgData name="Chittiprolu, Santhosh" userId="S::santhosh.chittiprolu@okstate.edu::1d839282-d54c-43ef-9c4a-2bdaef4e8268" providerId="AD" clId="Web-{886C6997-B82E-41A3-AEF8-6EF9FCE57920}" dt="2023-11-30T01:19:51.563" v="320" actId="20577"/>
          <ac:spMkLst>
            <pc:docMk/>
            <pc:sldMk cId="865848292" sldId="260"/>
            <ac:spMk id="3" creationId="{B557B671-62A1-C639-E207-99931F215A44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19:45.407" v="317"/>
          <ac:spMkLst>
            <pc:docMk/>
            <pc:sldMk cId="865848292" sldId="260"/>
            <ac:spMk id="6" creationId="{B091B163-7D61-4891-ABCF-5C13D9C418D0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19:45.407" v="317"/>
          <ac:spMkLst>
            <pc:docMk/>
            <pc:sldMk cId="865848292" sldId="260"/>
            <ac:spMk id="8" creationId="{A2679492-7988-4050-9056-542444452411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9:41.047" v="316"/>
          <ac:spMkLst>
            <pc:docMk/>
            <pc:sldMk cId="865848292" sldId="260"/>
            <ac:spMk id="9" creationId="{2659FDB4-FCBE-4A89-B46D-43D4FA54464D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19:45.407" v="317"/>
          <ac:spMkLst>
            <pc:docMk/>
            <pc:sldMk cId="865848292" sldId="260"/>
            <ac:spMk id="12" creationId="{6CB927A4-E432-4310-9CD5-E89FF5063179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19:45.407" v="317"/>
          <ac:spMkLst>
            <pc:docMk/>
            <pc:sldMk cId="865848292" sldId="260"/>
            <ac:spMk id="13" creationId="{1453BF6C-B012-48B7-B4E8-6D7AC7C27D02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19:45.407" v="317"/>
          <ac:spMkLst>
            <pc:docMk/>
            <pc:sldMk cId="865848292" sldId="260"/>
            <ac:spMk id="14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9:36.187" v="313"/>
          <ac:spMkLst>
            <pc:docMk/>
            <pc:sldMk cId="865848292" sldId="260"/>
            <ac:spMk id="16" creationId="{8D1AA55E-40D5-461B-A5A8-4AE8AAB71B08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9:36.187" v="313"/>
          <ac:spMkLst>
            <pc:docMk/>
            <pc:sldMk cId="865848292" sldId="260"/>
            <ac:spMk id="20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9:36.187" v="313"/>
          <ac:spMkLst>
            <pc:docMk/>
            <pc:sldMk cId="865848292" sldId="260"/>
            <ac:spMk id="22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9:36.187" v="313"/>
          <ac:spMkLst>
            <pc:docMk/>
            <pc:sldMk cId="865848292" sldId="260"/>
            <ac:spMk id="24" creationId="{1453BF6C-B012-48B7-B4E8-6D7AC7C27D02}"/>
          </ac:spMkLst>
        </pc:spChg>
        <pc:graphicFrameChg chg="add del">
          <ac:chgData name="Chittiprolu, Santhosh" userId="S::santhosh.chittiprolu@okstate.edu::1d839282-d54c-43ef-9c4a-2bdaef4e8268" providerId="AD" clId="Web-{886C6997-B82E-41A3-AEF8-6EF9FCE57920}" dt="2023-11-30T01:18:53.608" v="306"/>
          <ac:graphicFrameMkLst>
            <pc:docMk/>
            <pc:sldMk cId="865848292" sldId="260"/>
            <ac:graphicFrameMk id="5" creationId="{CF3660F0-96F6-D22F-296E-079F3EF487AE}"/>
          </ac:graphicFrameMkLst>
        </pc:graphicFrameChg>
        <pc:graphicFrameChg chg="add del">
          <ac:chgData name="Chittiprolu, Santhosh" userId="S::santhosh.chittiprolu@okstate.edu::1d839282-d54c-43ef-9c4a-2bdaef4e8268" providerId="AD" clId="Web-{886C6997-B82E-41A3-AEF8-6EF9FCE57920}" dt="2023-11-30T01:18:59.952" v="308"/>
          <ac:graphicFrameMkLst>
            <pc:docMk/>
            <pc:sldMk cId="865848292" sldId="260"/>
            <ac:graphicFrameMk id="7" creationId="{5865D669-D33C-5F46-730D-321B497C5B9F}"/>
          </ac:graphicFrameMkLst>
        </pc:graphicFrameChg>
        <pc:graphicFrameChg chg="add del mod modGraphic">
          <ac:chgData name="Chittiprolu, Santhosh" userId="S::santhosh.chittiprolu@okstate.edu::1d839282-d54c-43ef-9c4a-2bdaef4e8268" providerId="AD" clId="Web-{886C6997-B82E-41A3-AEF8-6EF9FCE57920}" dt="2023-11-30T01:19:41.047" v="316"/>
          <ac:graphicFrameMkLst>
            <pc:docMk/>
            <pc:sldMk cId="865848292" sldId="260"/>
            <ac:graphicFrameMk id="10" creationId="{1728ED47-EAAA-BDBE-EF90-902A379B3CD3}"/>
          </ac:graphicFrameMkLst>
        </pc:graphicFrameChg>
        <pc:cxnChg chg="add del">
          <ac:chgData name="Chittiprolu, Santhosh" userId="S::santhosh.chittiprolu@okstate.edu::1d839282-d54c-43ef-9c4a-2bdaef4e8268" providerId="AD" clId="Web-{886C6997-B82E-41A3-AEF8-6EF9FCE57920}" dt="2023-11-30T01:19:41.047" v="316"/>
          <ac:cxnSpMkLst>
            <pc:docMk/>
            <pc:sldMk cId="865848292" sldId="260"/>
            <ac:cxnSpMk id="11" creationId="{C8F51B3F-8331-4E4A-AE96-D47B1006EEAD}"/>
          </ac:cxnSpMkLst>
        </pc:cxnChg>
        <pc:cxnChg chg="add">
          <ac:chgData name="Chittiprolu, Santhosh" userId="S::santhosh.chittiprolu@okstate.edu::1d839282-d54c-43ef-9c4a-2bdaef4e8268" providerId="AD" clId="Web-{886C6997-B82E-41A3-AEF8-6EF9FCE57920}" dt="2023-11-30T01:19:45.407" v="317"/>
          <ac:cxnSpMkLst>
            <pc:docMk/>
            <pc:sldMk cId="865848292" sldId="260"/>
            <ac:cxnSpMk id="15" creationId="{C49DA8F6-BCC1-4447-B54C-57856834B94B}"/>
          </ac:cxnSpMkLst>
        </pc:cxnChg>
        <pc:cxnChg chg="add del">
          <ac:chgData name="Chittiprolu, Santhosh" userId="S::santhosh.chittiprolu@okstate.edu::1d839282-d54c-43ef-9c4a-2bdaef4e8268" providerId="AD" clId="Web-{886C6997-B82E-41A3-AEF8-6EF9FCE57920}" dt="2023-11-30T01:19:36.187" v="313"/>
          <ac:cxnSpMkLst>
            <pc:docMk/>
            <pc:sldMk cId="865848292" sldId="260"/>
            <ac:cxnSpMk id="18" creationId="{C49DA8F6-BCC1-4447-B54C-57856834B94B}"/>
          </ac:cxnSpMkLst>
        </pc:cxnChg>
      </pc:sldChg>
      <pc:sldChg chg="addSp delSp modSp mod setBg">
        <pc:chgData name="Chittiprolu, Santhosh" userId="S::santhosh.chittiprolu@okstate.edu::1d839282-d54c-43ef-9c4a-2bdaef4e8268" providerId="AD" clId="Web-{886C6997-B82E-41A3-AEF8-6EF9FCE57920}" dt="2023-11-30T01:35:58.245" v="393"/>
        <pc:sldMkLst>
          <pc:docMk/>
          <pc:sldMk cId="1700012818" sldId="261"/>
        </pc:sldMkLst>
        <pc:spChg chg="mod">
          <ac:chgData name="Chittiprolu, Santhosh" userId="S::santhosh.chittiprolu@okstate.edu::1d839282-d54c-43ef-9c4a-2bdaef4e8268" providerId="AD" clId="Web-{886C6997-B82E-41A3-AEF8-6EF9FCE57920}" dt="2023-11-30T01:35:58.245" v="393"/>
          <ac:spMkLst>
            <pc:docMk/>
            <pc:sldMk cId="1700012818" sldId="261"/>
            <ac:spMk id="2" creationId="{81579E54-368F-A7CA-BAA3-FEDF021697AC}"/>
          </ac:spMkLst>
        </pc:spChg>
        <pc:spChg chg="del mod">
          <ac:chgData name="Chittiprolu, Santhosh" userId="S::santhosh.chittiprolu@okstate.edu::1d839282-d54c-43ef-9c4a-2bdaef4e8268" providerId="AD" clId="Web-{886C6997-B82E-41A3-AEF8-6EF9FCE57920}" dt="2023-11-30T01:35:58.245" v="393"/>
          <ac:spMkLst>
            <pc:docMk/>
            <pc:sldMk cId="1700012818" sldId="261"/>
            <ac:spMk id="3" creationId="{F529F359-CCB1-8B43-3A9D-1972A7A52A27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35:58.245" v="393"/>
          <ac:spMkLst>
            <pc:docMk/>
            <pc:sldMk cId="1700012818" sldId="261"/>
            <ac:spMk id="9" creationId="{2659FDB4-FCBE-4A89-B46D-43D4FA54464D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35:58.245" v="393"/>
          <ac:spMkLst>
            <pc:docMk/>
            <pc:sldMk cId="1700012818" sldId="261"/>
            <ac:spMk id="13" creationId="{58BDB0EE-D238-415B-9ED8-62AA6AB2AAD1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35:58.245" v="393"/>
          <ac:spMkLst>
            <pc:docMk/>
            <pc:sldMk cId="1700012818" sldId="261"/>
            <ac:spMk id="15" creationId="{C5B55FC3-961D-4325-82F1-DE92B0D04E03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35:58.245" v="393"/>
          <ac:spMkLst>
            <pc:docMk/>
            <pc:sldMk cId="1700012818" sldId="261"/>
            <ac:spMk id="17" creationId="{4C8AB332-D09E-4F28-943C-DABDD4716A3C}"/>
          </ac:spMkLst>
        </pc:spChg>
        <pc:graphicFrameChg chg="add">
          <ac:chgData name="Chittiprolu, Santhosh" userId="S::santhosh.chittiprolu@okstate.edu::1d839282-d54c-43ef-9c4a-2bdaef4e8268" providerId="AD" clId="Web-{886C6997-B82E-41A3-AEF8-6EF9FCE57920}" dt="2023-11-30T01:35:58.245" v="393"/>
          <ac:graphicFrameMkLst>
            <pc:docMk/>
            <pc:sldMk cId="1700012818" sldId="261"/>
            <ac:graphicFrameMk id="5" creationId="{15BF9A99-BA15-311F-01D7-B7FDEB95673E}"/>
          </ac:graphicFrameMkLst>
        </pc:graphicFrameChg>
        <pc:cxnChg chg="add">
          <ac:chgData name="Chittiprolu, Santhosh" userId="S::santhosh.chittiprolu@okstate.edu::1d839282-d54c-43ef-9c4a-2bdaef4e8268" providerId="AD" clId="Web-{886C6997-B82E-41A3-AEF8-6EF9FCE57920}" dt="2023-11-30T01:35:58.245" v="393"/>
          <ac:cxnSpMkLst>
            <pc:docMk/>
            <pc:sldMk cId="1700012818" sldId="261"/>
            <ac:cxnSpMk id="11" creationId="{C8F51B3F-8331-4E4A-AE96-D47B1006EEAD}"/>
          </ac:cxnSpMkLst>
        </pc:cxnChg>
      </pc:sldChg>
      <pc:sldChg chg="addSp delSp modSp mod setBg">
        <pc:chgData name="Chittiprolu, Santhosh" userId="S::santhosh.chittiprolu@okstate.edu::1d839282-d54c-43ef-9c4a-2bdaef4e8268" providerId="AD" clId="Web-{886C6997-B82E-41A3-AEF8-6EF9FCE57920}" dt="2023-11-30T01:36:12.389" v="395"/>
        <pc:sldMkLst>
          <pc:docMk/>
          <pc:sldMk cId="1812052379" sldId="262"/>
        </pc:sldMkLst>
        <pc:spChg chg="mod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2" creationId="{F9BE394D-28F4-9E22-237C-17B0A430C076}"/>
          </ac:spMkLst>
        </pc:spChg>
        <pc:spChg chg="add del mod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3" creationId="{42A3A562-D4E0-1E8C-618B-9576A772DEE2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8:32.825" v="303"/>
          <ac:spMkLst>
            <pc:docMk/>
            <pc:sldMk cId="1812052379" sldId="262"/>
            <ac:spMk id="8" creationId="{327D73B4-9F5C-4A64-A179-51B9500CB8B5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8:32.825" v="303"/>
          <ac:spMkLst>
            <pc:docMk/>
            <pc:sldMk cId="1812052379" sldId="262"/>
            <ac:spMk id="10" creationId="{C1F06963-6374-4B48-844F-071A9BAAAE02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8:32.825" v="303"/>
          <ac:spMkLst>
            <pc:docMk/>
            <pc:sldMk cId="1812052379" sldId="262"/>
            <ac:spMk id="12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8:32.825" v="303"/>
          <ac:spMkLst>
            <pc:docMk/>
            <pc:sldMk cId="1812052379" sldId="262"/>
            <ac:spMk id="14" creationId="{1453BF6C-B012-48B7-B4E8-6D7AC7C27D02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18:32.825" v="303"/>
          <ac:spMkLst>
            <pc:docMk/>
            <pc:sldMk cId="1812052379" sldId="262"/>
            <ac:spMk id="16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20" creationId="{A2679492-7988-4050-9056-542444452411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21" creationId="{B091B163-7D61-4891-ABCF-5C13D9C418D0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22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23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24" creationId="{1453BF6C-B012-48B7-B4E8-6D7AC7C27D02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31" creationId="{383F4F3A-DF89-453C-A499-8C259F6A2F13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33" creationId="{58BDB0EE-D238-415B-9ED8-62AA6AB2AAD1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35" creationId="{C5B55FC3-961D-4325-82F1-DE92B0D04E03}"/>
          </ac:spMkLst>
        </pc:spChg>
        <pc:spChg chg="add del">
          <ac:chgData name="Chittiprolu, Santhosh" userId="S::santhosh.chittiprolu@okstate.edu::1d839282-d54c-43ef-9c4a-2bdaef4e8268" providerId="AD" clId="Web-{886C6997-B82E-41A3-AEF8-6EF9FCE57920}" dt="2023-11-30T01:36:12.389" v="395"/>
          <ac:spMkLst>
            <pc:docMk/>
            <pc:sldMk cId="1812052379" sldId="262"/>
            <ac:spMk id="39" creationId="{4C8AB332-D09E-4F28-943C-DABDD4716A3C}"/>
          </ac:spMkLst>
        </pc:spChg>
        <pc:graphicFrameChg chg="add del">
          <ac:chgData name="Chittiprolu, Santhosh" userId="S::santhosh.chittiprolu@okstate.edu::1d839282-d54c-43ef-9c4a-2bdaef4e8268" providerId="AD" clId="Web-{886C6997-B82E-41A3-AEF8-6EF9FCE57920}" dt="2023-11-30T01:36:12.389" v="395"/>
          <ac:graphicFrameMkLst>
            <pc:docMk/>
            <pc:sldMk cId="1812052379" sldId="262"/>
            <ac:graphicFrameMk id="27" creationId="{9BB0189E-CA52-0783-84E9-397BB62510EB}"/>
          </ac:graphicFrameMkLst>
        </pc:graphicFrameChg>
        <pc:cxnChg chg="add del">
          <ac:chgData name="Chittiprolu, Santhosh" userId="S::santhosh.chittiprolu@okstate.edu::1d839282-d54c-43ef-9c4a-2bdaef4e8268" providerId="AD" clId="Web-{886C6997-B82E-41A3-AEF8-6EF9FCE57920}" dt="2023-11-30T01:18:32.825" v="303"/>
          <ac:cxnSpMkLst>
            <pc:docMk/>
            <pc:sldMk cId="1812052379" sldId="262"/>
            <ac:cxnSpMk id="18" creationId="{C49DA8F6-BCC1-4447-B54C-57856834B94B}"/>
          </ac:cxnSpMkLst>
        </pc:cxnChg>
        <pc:cxnChg chg="add del">
          <ac:chgData name="Chittiprolu, Santhosh" userId="S::santhosh.chittiprolu@okstate.edu::1d839282-d54c-43ef-9c4a-2bdaef4e8268" providerId="AD" clId="Web-{886C6997-B82E-41A3-AEF8-6EF9FCE57920}" dt="2023-11-30T01:36:12.389" v="395"/>
          <ac:cxnSpMkLst>
            <pc:docMk/>
            <pc:sldMk cId="1812052379" sldId="262"/>
            <ac:cxnSpMk id="25" creationId="{C49DA8F6-BCC1-4447-B54C-57856834B94B}"/>
          </ac:cxnSpMkLst>
        </pc:cxnChg>
        <pc:cxnChg chg="add del">
          <ac:chgData name="Chittiprolu, Santhosh" userId="S::santhosh.chittiprolu@okstate.edu::1d839282-d54c-43ef-9c4a-2bdaef4e8268" providerId="AD" clId="Web-{886C6997-B82E-41A3-AEF8-6EF9FCE57920}" dt="2023-11-30T01:36:12.389" v="395"/>
          <ac:cxnSpMkLst>
            <pc:docMk/>
            <pc:sldMk cId="1812052379" sldId="262"/>
            <ac:cxnSpMk id="37" creationId="{C8F51B3F-8331-4E4A-AE96-D47B1006EEAD}"/>
          </ac:cxnSpMkLst>
        </pc:cxnChg>
      </pc:sldChg>
      <pc:sldChg chg="del">
        <pc:chgData name="Chittiprolu, Santhosh" userId="S::santhosh.chittiprolu@okstate.edu::1d839282-d54c-43ef-9c4a-2bdaef4e8268" providerId="AD" clId="Web-{886C6997-B82E-41A3-AEF8-6EF9FCE57920}" dt="2023-11-30T01:25:06.061" v="334"/>
        <pc:sldMkLst>
          <pc:docMk/>
          <pc:sldMk cId="3990690708" sldId="263"/>
        </pc:sldMkLst>
      </pc:sldChg>
      <pc:sldChg chg="addSp delSp modSp mod setBg">
        <pc:chgData name="Chittiprolu, Santhosh" userId="S::santhosh.chittiprolu@okstate.edu::1d839282-d54c-43ef-9c4a-2bdaef4e8268" providerId="AD" clId="Web-{886C6997-B82E-41A3-AEF8-6EF9FCE57920}" dt="2023-11-30T01:45:24.973" v="397" actId="20577"/>
        <pc:sldMkLst>
          <pc:docMk/>
          <pc:sldMk cId="4025767887" sldId="264"/>
        </pc:sldMkLst>
        <pc:spChg chg="mod">
          <ac:chgData name="Chittiprolu, Santhosh" userId="S::santhosh.chittiprolu@okstate.edu::1d839282-d54c-43ef-9c4a-2bdaef4e8268" providerId="AD" clId="Web-{886C6997-B82E-41A3-AEF8-6EF9FCE57920}" dt="2023-11-30T01:25:29.796" v="335" actId="1076"/>
          <ac:spMkLst>
            <pc:docMk/>
            <pc:sldMk cId="4025767887" sldId="264"/>
            <ac:spMk id="2" creationId="{30CC7FA6-AA1F-53FF-698F-CEA6B656BFEB}"/>
          </ac:spMkLst>
        </pc:spChg>
        <pc:spChg chg="del mod">
          <ac:chgData name="Chittiprolu, Santhosh" userId="S::santhosh.chittiprolu@okstate.edu::1d839282-d54c-43ef-9c4a-2bdaef4e8268" providerId="AD" clId="Web-{886C6997-B82E-41A3-AEF8-6EF9FCE57920}" dt="2023-11-30T01:21:12.754" v="326"/>
          <ac:spMkLst>
            <pc:docMk/>
            <pc:sldMk cId="4025767887" sldId="264"/>
            <ac:spMk id="3" creationId="{76FDAC97-61E8-19D3-E33D-EC89BF703082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21:12.754" v="326"/>
          <ac:spMkLst>
            <pc:docMk/>
            <pc:sldMk cId="4025767887" sldId="264"/>
            <ac:spMk id="9" creationId="{383F4F3A-DF89-453C-A499-8C259F6A2F13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21:12.754" v="326"/>
          <ac:spMkLst>
            <pc:docMk/>
            <pc:sldMk cId="4025767887" sldId="264"/>
            <ac:spMk id="11" creationId="{58BDB0EE-D238-415B-9ED8-62AA6AB2AAD1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21:12.754" v="326"/>
          <ac:spMkLst>
            <pc:docMk/>
            <pc:sldMk cId="4025767887" sldId="264"/>
            <ac:spMk id="13" creationId="{C5B55FC3-961D-4325-82F1-DE92B0D04E03}"/>
          </ac:spMkLst>
        </pc:spChg>
        <pc:spChg chg="add">
          <ac:chgData name="Chittiprolu, Santhosh" userId="S::santhosh.chittiprolu@okstate.edu::1d839282-d54c-43ef-9c4a-2bdaef4e8268" providerId="AD" clId="Web-{886C6997-B82E-41A3-AEF8-6EF9FCE57920}" dt="2023-11-30T01:21:12.754" v="326"/>
          <ac:spMkLst>
            <pc:docMk/>
            <pc:sldMk cId="4025767887" sldId="264"/>
            <ac:spMk id="17" creationId="{4C8AB332-D09E-4F28-943C-DABDD4716A3C}"/>
          </ac:spMkLst>
        </pc:spChg>
        <pc:graphicFrameChg chg="add modGraphic">
          <ac:chgData name="Chittiprolu, Santhosh" userId="S::santhosh.chittiprolu@okstate.edu::1d839282-d54c-43ef-9c4a-2bdaef4e8268" providerId="AD" clId="Web-{886C6997-B82E-41A3-AEF8-6EF9FCE57920}" dt="2023-11-30T01:45:24.973" v="397" actId="20577"/>
          <ac:graphicFrameMkLst>
            <pc:docMk/>
            <pc:sldMk cId="4025767887" sldId="264"/>
            <ac:graphicFrameMk id="5" creationId="{0AC90404-6760-D957-1975-7AC0F488F183}"/>
          </ac:graphicFrameMkLst>
        </pc:graphicFrameChg>
        <pc:cxnChg chg="add">
          <ac:chgData name="Chittiprolu, Santhosh" userId="S::santhosh.chittiprolu@okstate.edu::1d839282-d54c-43ef-9c4a-2bdaef4e8268" providerId="AD" clId="Web-{886C6997-B82E-41A3-AEF8-6EF9FCE57920}" dt="2023-11-30T01:21:12.754" v="326"/>
          <ac:cxnSpMkLst>
            <pc:docMk/>
            <pc:sldMk cId="4025767887" sldId="264"/>
            <ac:cxnSpMk id="15" creationId="{C8F51B3F-8331-4E4A-AE96-D47B1006EEAD}"/>
          </ac:cxnSpMkLst>
        </pc:cxnChg>
      </pc:sldChg>
      <pc:sldChg chg="ord">
        <pc:chgData name="Chittiprolu, Santhosh" userId="S::santhosh.chittiprolu@okstate.edu::1d839282-d54c-43ef-9c4a-2bdaef4e8268" providerId="AD" clId="Web-{886C6997-B82E-41A3-AEF8-6EF9FCE57920}" dt="2023-11-30T01:20:03.189" v="321"/>
        <pc:sldMkLst>
          <pc:docMk/>
          <pc:sldMk cId="3974332980" sldId="268"/>
        </pc:sldMkLst>
      </pc:sldChg>
      <pc:sldChg chg="modSp new del">
        <pc:chgData name="Chittiprolu, Santhosh" userId="S::santhosh.chittiprolu@okstate.edu::1d839282-d54c-43ef-9c4a-2bdaef4e8268" providerId="AD" clId="Web-{886C6997-B82E-41A3-AEF8-6EF9FCE57920}" dt="2023-11-30T01:09:56.850" v="300"/>
        <pc:sldMkLst>
          <pc:docMk/>
          <pc:sldMk cId="1048358207" sldId="274"/>
        </pc:sldMkLst>
        <pc:spChg chg="mod">
          <ac:chgData name="Chittiprolu, Santhosh" userId="S::santhosh.chittiprolu@okstate.edu::1d839282-d54c-43ef-9c4a-2bdaef4e8268" providerId="AD" clId="Web-{886C6997-B82E-41A3-AEF8-6EF9FCE57920}" dt="2023-11-30T01:09:30.411" v="282" actId="20577"/>
          <ac:spMkLst>
            <pc:docMk/>
            <pc:sldMk cId="1048358207" sldId="274"/>
            <ac:spMk id="3" creationId="{42A74EEB-4624-9DF3-5B9B-4E993A8C0C15}"/>
          </ac:spMkLst>
        </pc:spChg>
      </pc:sldChg>
    </pc:docChg>
  </pc:docChgLst>
  <pc:docChgLst>
    <pc:chgData name="Oleti, Amarnadh" userId="S::amarnadh.oleti@okstate.edu::b537ad93-d9d1-4aa1-a92a-32ce94fe3937" providerId="AD" clId="Web-{C0DC36AA-B50F-45E6-A1B4-6097FF045D9A}"/>
    <pc:docChg chg="modSld">
      <pc:chgData name="Oleti, Amarnadh" userId="S::amarnadh.oleti@okstate.edu::b537ad93-d9d1-4aa1-a92a-32ce94fe3937" providerId="AD" clId="Web-{C0DC36AA-B50F-45E6-A1B4-6097FF045D9A}" dt="2023-11-30T04:58:25.489" v="38"/>
      <pc:docMkLst>
        <pc:docMk/>
      </pc:docMkLst>
      <pc:sldChg chg="modSp">
        <pc:chgData name="Oleti, Amarnadh" userId="S::amarnadh.oleti@okstate.edu::b537ad93-d9d1-4aa1-a92a-32ce94fe3937" providerId="AD" clId="Web-{C0DC36AA-B50F-45E6-A1B4-6097FF045D9A}" dt="2023-11-30T04:56:09.750" v="26" actId="20577"/>
        <pc:sldMkLst>
          <pc:docMk/>
          <pc:sldMk cId="963729975" sldId="256"/>
        </pc:sldMkLst>
        <pc:spChg chg="mod">
          <ac:chgData name="Oleti, Amarnadh" userId="S::amarnadh.oleti@okstate.edu::b537ad93-d9d1-4aa1-a92a-32ce94fe3937" providerId="AD" clId="Web-{C0DC36AA-B50F-45E6-A1B4-6097FF045D9A}" dt="2023-11-30T04:56:09.750" v="26" actId="20577"/>
          <ac:spMkLst>
            <pc:docMk/>
            <pc:sldMk cId="963729975" sldId="256"/>
            <ac:spMk id="2" creationId="{A4A19ABB-D0AD-98C4-FA85-642C254DF02B}"/>
          </ac:spMkLst>
        </pc:spChg>
      </pc:sldChg>
      <pc:sldChg chg="addSp modSp mod setBg">
        <pc:chgData name="Oleti, Amarnadh" userId="S::amarnadh.oleti@okstate.edu::b537ad93-d9d1-4aa1-a92a-32ce94fe3937" providerId="AD" clId="Web-{C0DC36AA-B50F-45E6-A1B4-6097FF045D9A}" dt="2023-11-30T04:58:25.489" v="38"/>
        <pc:sldMkLst>
          <pc:docMk/>
          <pc:sldMk cId="2396510217" sldId="259"/>
        </pc:sldMkLst>
        <pc:spChg chg="mod">
          <ac:chgData name="Oleti, Amarnadh" userId="S::amarnadh.oleti@okstate.edu::b537ad93-d9d1-4aa1-a92a-32ce94fe3937" providerId="AD" clId="Web-{C0DC36AA-B50F-45E6-A1B4-6097FF045D9A}" dt="2023-11-30T04:58:25.489" v="38"/>
          <ac:spMkLst>
            <pc:docMk/>
            <pc:sldMk cId="2396510217" sldId="259"/>
            <ac:spMk id="2" creationId="{6E200E64-D2B6-2D7A-3641-28765958370B}"/>
          </ac:spMkLst>
        </pc:spChg>
        <pc:spChg chg="add">
          <ac:chgData name="Oleti, Amarnadh" userId="S::amarnadh.oleti@okstate.edu::b537ad93-d9d1-4aa1-a92a-32ce94fe3937" providerId="AD" clId="Web-{C0DC36AA-B50F-45E6-A1B4-6097FF045D9A}" dt="2023-11-30T04:58:25.489" v="38"/>
          <ac:spMkLst>
            <pc:docMk/>
            <pc:sldMk cId="2396510217" sldId="259"/>
            <ac:spMk id="10" creationId="{2659FDB4-FCBE-4A89-B46D-43D4FA54464D}"/>
          </ac:spMkLst>
        </pc:spChg>
        <pc:spChg chg="add">
          <ac:chgData name="Oleti, Amarnadh" userId="S::amarnadh.oleti@okstate.edu::b537ad93-d9d1-4aa1-a92a-32ce94fe3937" providerId="AD" clId="Web-{C0DC36AA-B50F-45E6-A1B4-6097FF045D9A}" dt="2023-11-30T04:58:25.489" v="38"/>
          <ac:spMkLst>
            <pc:docMk/>
            <pc:sldMk cId="2396510217" sldId="259"/>
            <ac:spMk id="14" creationId="{58BDB0EE-D238-415B-9ED8-62AA6AB2AAD1}"/>
          </ac:spMkLst>
        </pc:spChg>
        <pc:spChg chg="add">
          <ac:chgData name="Oleti, Amarnadh" userId="S::amarnadh.oleti@okstate.edu::b537ad93-d9d1-4aa1-a92a-32ce94fe3937" providerId="AD" clId="Web-{C0DC36AA-B50F-45E6-A1B4-6097FF045D9A}" dt="2023-11-30T04:58:25.489" v="38"/>
          <ac:spMkLst>
            <pc:docMk/>
            <pc:sldMk cId="2396510217" sldId="259"/>
            <ac:spMk id="16" creationId="{C5B55FC3-961D-4325-82F1-DE92B0D04E03}"/>
          </ac:spMkLst>
        </pc:spChg>
        <pc:spChg chg="add">
          <ac:chgData name="Oleti, Amarnadh" userId="S::amarnadh.oleti@okstate.edu::b537ad93-d9d1-4aa1-a92a-32ce94fe3937" providerId="AD" clId="Web-{C0DC36AA-B50F-45E6-A1B4-6097FF045D9A}" dt="2023-11-30T04:58:25.489" v="38"/>
          <ac:spMkLst>
            <pc:docMk/>
            <pc:sldMk cId="2396510217" sldId="259"/>
            <ac:spMk id="18" creationId="{4C8AB332-D09E-4F28-943C-DABDD4716A3C}"/>
          </ac:spMkLst>
        </pc:spChg>
        <pc:graphicFrameChg chg="mod modGraphic">
          <ac:chgData name="Oleti, Amarnadh" userId="S::amarnadh.oleti@okstate.edu::b537ad93-d9d1-4aa1-a92a-32ce94fe3937" providerId="AD" clId="Web-{C0DC36AA-B50F-45E6-A1B4-6097FF045D9A}" dt="2023-11-30T04:58:25.489" v="38"/>
          <ac:graphicFrameMkLst>
            <pc:docMk/>
            <pc:sldMk cId="2396510217" sldId="259"/>
            <ac:graphicFrameMk id="5" creationId="{34F3FD28-AFA6-3313-6853-733657637420}"/>
          </ac:graphicFrameMkLst>
        </pc:graphicFrameChg>
        <pc:cxnChg chg="add">
          <ac:chgData name="Oleti, Amarnadh" userId="S::amarnadh.oleti@okstate.edu::b537ad93-d9d1-4aa1-a92a-32ce94fe3937" providerId="AD" clId="Web-{C0DC36AA-B50F-45E6-A1B4-6097FF045D9A}" dt="2023-11-30T04:58:25.489" v="38"/>
          <ac:cxnSpMkLst>
            <pc:docMk/>
            <pc:sldMk cId="2396510217" sldId="259"/>
            <ac:cxnSpMk id="12" creationId="{C8F51B3F-8331-4E4A-AE96-D47B1006EEAD}"/>
          </ac:cxnSpMkLst>
        </pc:cxnChg>
      </pc:sldChg>
      <pc:sldChg chg="addSp delSp modSp">
        <pc:chgData name="Oleti, Amarnadh" userId="S::amarnadh.oleti@okstate.edu::b537ad93-d9d1-4aa1-a92a-32ce94fe3937" providerId="AD" clId="Web-{C0DC36AA-B50F-45E6-A1B4-6097FF045D9A}" dt="2023-11-30T04:52:45.149" v="18"/>
        <pc:sldMkLst>
          <pc:docMk/>
          <pc:sldMk cId="1700012818" sldId="261"/>
        </pc:sldMkLst>
        <pc:spChg chg="mod">
          <ac:chgData name="Oleti, Amarnadh" userId="S::amarnadh.oleti@okstate.edu::b537ad93-d9d1-4aa1-a92a-32ce94fe3937" providerId="AD" clId="Web-{C0DC36AA-B50F-45E6-A1B4-6097FF045D9A}" dt="2023-11-30T04:52:45.149" v="18"/>
          <ac:spMkLst>
            <pc:docMk/>
            <pc:sldMk cId="1700012818" sldId="261"/>
            <ac:spMk id="2" creationId="{81579E54-368F-A7CA-BAA3-FEDF021697AC}"/>
          </ac:spMkLst>
        </pc:spChg>
        <pc:spChg chg="del">
          <ac:chgData name="Oleti, Amarnadh" userId="S::amarnadh.oleti@okstate.edu::b537ad93-d9d1-4aa1-a92a-32ce94fe3937" providerId="AD" clId="Web-{C0DC36AA-B50F-45E6-A1B4-6097FF045D9A}" dt="2023-11-30T04:52:45.149" v="18"/>
          <ac:spMkLst>
            <pc:docMk/>
            <pc:sldMk cId="1700012818" sldId="261"/>
            <ac:spMk id="9" creationId="{2659FDB4-FCBE-4A89-B46D-43D4FA54464D}"/>
          </ac:spMkLst>
        </pc:spChg>
        <pc:spChg chg="del">
          <ac:chgData name="Oleti, Amarnadh" userId="S::amarnadh.oleti@okstate.edu::b537ad93-d9d1-4aa1-a92a-32ce94fe3937" providerId="AD" clId="Web-{C0DC36AA-B50F-45E6-A1B4-6097FF045D9A}" dt="2023-11-30T04:52:45.149" v="18"/>
          <ac:spMkLst>
            <pc:docMk/>
            <pc:sldMk cId="1700012818" sldId="261"/>
            <ac:spMk id="13" creationId="{58BDB0EE-D238-415B-9ED8-62AA6AB2AAD1}"/>
          </ac:spMkLst>
        </pc:spChg>
        <pc:spChg chg="del">
          <ac:chgData name="Oleti, Amarnadh" userId="S::amarnadh.oleti@okstate.edu::b537ad93-d9d1-4aa1-a92a-32ce94fe3937" providerId="AD" clId="Web-{C0DC36AA-B50F-45E6-A1B4-6097FF045D9A}" dt="2023-11-30T04:52:45.149" v="18"/>
          <ac:spMkLst>
            <pc:docMk/>
            <pc:sldMk cId="1700012818" sldId="261"/>
            <ac:spMk id="15" creationId="{C5B55FC3-961D-4325-82F1-DE92B0D04E03}"/>
          </ac:spMkLst>
        </pc:spChg>
        <pc:spChg chg="del">
          <ac:chgData name="Oleti, Amarnadh" userId="S::amarnadh.oleti@okstate.edu::b537ad93-d9d1-4aa1-a92a-32ce94fe3937" providerId="AD" clId="Web-{C0DC36AA-B50F-45E6-A1B4-6097FF045D9A}" dt="2023-11-30T04:52:45.149" v="18"/>
          <ac:spMkLst>
            <pc:docMk/>
            <pc:sldMk cId="1700012818" sldId="261"/>
            <ac:spMk id="17" creationId="{4C8AB332-D09E-4F28-943C-DABDD4716A3C}"/>
          </ac:spMkLst>
        </pc:spChg>
        <pc:spChg chg="add">
          <ac:chgData name="Oleti, Amarnadh" userId="S::amarnadh.oleti@okstate.edu::b537ad93-d9d1-4aa1-a92a-32ce94fe3937" providerId="AD" clId="Web-{C0DC36AA-B50F-45E6-A1B4-6097FF045D9A}" dt="2023-11-30T04:52:45.149" v="18"/>
          <ac:spMkLst>
            <pc:docMk/>
            <pc:sldMk cId="1700012818" sldId="261"/>
            <ac:spMk id="22" creationId="{2659FDB4-FCBE-4A89-B46D-43D4FA54464D}"/>
          </ac:spMkLst>
        </pc:spChg>
        <pc:graphicFrameChg chg="mod modGraphic">
          <ac:chgData name="Oleti, Amarnadh" userId="S::amarnadh.oleti@okstate.edu::b537ad93-d9d1-4aa1-a92a-32ce94fe3937" providerId="AD" clId="Web-{C0DC36AA-B50F-45E6-A1B4-6097FF045D9A}" dt="2023-11-30T04:52:45.149" v="18"/>
          <ac:graphicFrameMkLst>
            <pc:docMk/>
            <pc:sldMk cId="1700012818" sldId="261"/>
            <ac:graphicFrameMk id="5" creationId="{15BF9A99-BA15-311F-01D7-B7FDEB95673E}"/>
          </ac:graphicFrameMkLst>
        </pc:graphicFrameChg>
        <pc:cxnChg chg="del">
          <ac:chgData name="Oleti, Amarnadh" userId="S::amarnadh.oleti@okstate.edu::b537ad93-d9d1-4aa1-a92a-32ce94fe3937" providerId="AD" clId="Web-{C0DC36AA-B50F-45E6-A1B4-6097FF045D9A}" dt="2023-11-30T04:52:45.149" v="18"/>
          <ac:cxnSpMkLst>
            <pc:docMk/>
            <pc:sldMk cId="1700012818" sldId="261"/>
            <ac:cxnSpMk id="11" creationId="{C8F51B3F-8331-4E4A-AE96-D47B1006EEAD}"/>
          </ac:cxnSpMkLst>
        </pc:cxnChg>
        <pc:cxnChg chg="add">
          <ac:chgData name="Oleti, Amarnadh" userId="S::amarnadh.oleti@okstate.edu::b537ad93-d9d1-4aa1-a92a-32ce94fe3937" providerId="AD" clId="Web-{C0DC36AA-B50F-45E6-A1B4-6097FF045D9A}" dt="2023-11-30T04:52:45.149" v="18"/>
          <ac:cxnSpMkLst>
            <pc:docMk/>
            <pc:sldMk cId="1700012818" sldId="261"/>
            <ac:cxnSpMk id="24" creationId="{C8F51B3F-8331-4E4A-AE96-D47B1006EEAD}"/>
          </ac:cxnSpMkLst>
        </pc:cxnChg>
      </pc:sldChg>
    </pc:docChg>
  </pc:docChgLst>
  <pc:docChgLst>
    <pc:chgData name="Oleti, Amarnadh" userId="S::amarnadh.oleti@okstate.edu::b537ad93-d9d1-4aa1-a92a-32ce94fe3937" providerId="AD" clId="Web-{25A57BF8-DC1B-4B49-AA35-BC26C227570F}"/>
    <pc:docChg chg="modSld">
      <pc:chgData name="Oleti, Amarnadh" userId="S::amarnadh.oleti@okstate.edu::b537ad93-d9d1-4aa1-a92a-32ce94fe3937" providerId="AD" clId="Web-{25A57BF8-DC1B-4B49-AA35-BC26C227570F}" dt="2023-11-30T05:21:25.432" v="7"/>
      <pc:docMkLst>
        <pc:docMk/>
      </pc:docMkLst>
      <pc:sldChg chg="addSp delSp modSp">
        <pc:chgData name="Oleti, Amarnadh" userId="S::amarnadh.oleti@okstate.edu::b537ad93-d9d1-4aa1-a92a-32ce94fe3937" providerId="AD" clId="Web-{25A57BF8-DC1B-4B49-AA35-BC26C227570F}" dt="2023-11-30T05:09:37.860" v="0"/>
        <pc:sldMkLst>
          <pc:docMk/>
          <pc:sldMk cId="1812052379" sldId="262"/>
        </pc:sldMkLst>
        <pc:spChg chg="mo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2" creationId="{F9BE394D-28F4-9E22-237C-17B0A430C076}"/>
          </ac:spMkLst>
        </pc:spChg>
        <pc:spChg chg="mo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3" creationId="{42A3A562-D4E0-1E8C-618B-9576A772DEE2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20" creationId="{A2679492-7988-4050-9056-542444452411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21" creationId="{B091B163-7D61-4891-ABCF-5C13D9C418D0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22" creationId="{6CB927A4-E432-4310-9CD5-E89FF5063179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23" creationId="{E3020543-B24B-4EC4-8FFC-8DD88EEA91A8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24" creationId="{1453BF6C-B012-48B7-B4E8-6D7AC7C27D02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30" creationId="{A2679492-7988-4050-9056-542444452411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32" creationId="{B091B163-7D61-4891-ABCF-5C13D9C418D0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34" creationId="{6CB927A4-E432-4310-9CD5-E89FF5063179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36" creationId="{E3020543-B24B-4EC4-8FFC-8DD88EEA91A8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09:37.860" v="0"/>
          <ac:spMkLst>
            <pc:docMk/>
            <pc:sldMk cId="1812052379" sldId="262"/>
            <ac:spMk id="38" creationId="{1453BF6C-B012-48B7-B4E8-6D7AC7C27D02}"/>
          </ac:spMkLst>
        </pc:spChg>
        <pc:cxnChg chg="del">
          <ac:chgData name="Oleti, Amarnadh" userId="S::amarnadh.oleti@okstate.edu::b537ad93-d9d1-4aa1-a92a-32ce94fe3937" providerId="AD" clId="Web-{25A57BF8-DC1B-4B49-AA35-BC26C227570F}" dt="2023-11-30T05:09:37.860" v="0"/>
          <ac:cxnSpMkLst>
            <pc:docMk/>
            <pc:sldMk cId="1812052379" sldId="262"/>
            <ac:cxnSpMk id="25" creationId="{C49DA8F6-BCC1-4447-B54C-57856834B94B}"/>
          </ac:cxnSpMkLst>
        </pc:cxnChg>
        <pc:cxnChg chg="add">
          <ac:chgData name="Oleti, Amarnadh" userId="S::amarnadh.oleti@okstate.edu::b537ad93-d9d1-4aa1-a92a-32ce94fe3937" providerId="AD" clId="Web-{25A57BF8-DC1B-4B49-AA35-BC26C227570F}" dt="2023-11-30T05:09:37.860" v="0"/>
          <ac:cxnSpMkLst>
            <pc:docMk/>
            <pc:sldMk cId="1812052379" sldId="262"/>
            <ac:cxnSpMk id="40" creationId="{C49DA8F6-BCC1-4447-B54C-57856834B94B}"/>
          </ac:cxnSpMkLst>
        </pc:cxnChg>
      </pc:sldChg>
      <pc:sldChg chg="addSp delSp modSp">
        <pc:chgData name="Oleti, Amarnadh" userId="S::amarnadh.oleti@okstate.edu::b537ad93-d9d1-4aa1-a92a-32ce94fe3937" providerId="AD" clId="Web-{25A57BF8-DC1B-4B49-AA35-BC26C227570F}" dt="2023-11-30T05:20:13.867" v="5"/>
        <pc:sldMkLst>
          <pc:docMk/>
          <pc:sldMk cId="2987915917" sldId="274"/>
        </pc:sldMkLst>
        <pc:spChg chg="mod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2" creationId="{81BE8E14-96FF-C980-BD29-85A27295E2B9}"/>
          </ac:spMkLst>
        </pc:spChg>
        <pc:spChg chg="mod ord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8" creationId="{6F43A39E-0D1E-CEE4-CBFB-9839AF2103D7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46" creationId="{8D1AA55E-40D5-461B-A5A8-4AE8AAB71B08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50" creationId="{6CB927A4-E432-4310-9CD5-E89FF5063179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52" creationId="{E3020543-B24B-4EC4-8FFC-8DD88EEA91A8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57" creationId="{A2679492-7988-4050-9056-542444452411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0:13.867" v="5"/>
          <ac:spMkLst>
            <pc:docMk/>
            <pc:sldMk cId="2987915917" sldId="274"/>
            <ac:spMk id="59" creationId="{B091B163-7D61-4891-ABCF-5C13D9C418D0}"/>
          </ac:spMkLst>
        </pc:spChg>
        <pc:picChg chg="mod">
          <ac:chgData name="Oleti, Amarnadh" userId="S::amarnadh.oleti@okstate.edu::b537ad93-d9d1-4aa1-a92a-32ce94fe3937" providerId="AD" clId="Web-{25A57BF8-DC1B-4B49-AA35-BC26C227570F}" dt="2023-11-30T05:20:13.867" v="5"/>
          <ac:picMkLst>
            <pc:docMk/>
            <pc:sldMk cId="2987915917" sldId="274"/>
            <ac:picMk id="4" creationId="{59C9BA1D-7CDC-F52C-C5B9-B079FFFC82E3}"/>
          </ac:picMkLst>
        </pc:picChg>
        <pc:cxnChg chg="del">
          <ac:chgData name="Oleti, Amarnadh" userId="S::amarnadh.oleti@okstate.edu::b537ad93-d9d1-4aa1-a92a-32ce94fe3937" providerId="AD" clId="Web-{25A57BF8-DC1B-4B49-AA35-BC26C227570F}" dt="2023-11-30T05:20:13.867" v="5"/>
          <ac:cxnSpMkLst>
            <pc:docMk/>
            <pc:sldMk cId="2987915917" sldId="274"/>
            <ac:cxnSpMk id="48" creationId="{7EB498BD-8089-4626-91EA-4978EBEF535E}"/>
          </ac:cxnSpMkLst>
        </pc:cxnChg>
        <pc:cxnChg chg="add">
          <ac:chgData name="Oleti, Amarnadh" userId="S::amarnadh.oleti@okstate.edu::b537ad93-d9d1-4aa1-a92a-32ce94fe3937" providerId="AD" clId="Web-{25A57BF8-DC1B-4B49-AA35-BC26C227570F}" dt="2023-11-30T05:20:13.867" v="5"/>
          <ac:cxnSpMkLst>
            <pc:docMk/>
            <pc:sldMk cId="2987915917" sldId="274"/>
            <ac:cxnSpMk id="61" creationId="{C49DA8F6-BCC1-4447-B54C-57856834B94B}"/>
          </ac:cxnSpMkLst>
        </pc:cxnChg>
      </pc:sldChg>
      <pc:sldChg chg="addSp delSp modSp">
        <pc:chgData name="Oleti, Amarnadh" userId="S::amarnadh.oleti@okstate.edu::b537ad93-d9d1-4aa1-a92a-32ce94fe3937" providerId="AD" clId="Web-{25A57BF8-DC1B-4B49-AA35-BC26C227570F}" dt="2023-11-30T05:21:25.432" v="7"/>
        <pc:sldMkLst>
          <pc:docMk/>
          <pc:sldMk cId="3850150456" sldId="278"/>
        </pc:sldMkLst>
        <pc:spChg chg="mo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2" creationId="{61635758-6463-4018-666C-6AC370566F1F}"/>
          </ac:spMkLst>
        </pc:spChg>
        <pc:spChg chg="mo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3" creationId="{1EF17495-B517-9848-73F5-77ADF9D303FE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8" creationId="{327D73B4-9F5C-4A64-A179-51B9500CB8B5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10" creationId="{C1F06963-6374-4B48-844F-071A9BAAAE02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12" creationId="{6CB927A4-E432-4310-9CD5-E89FF5063179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14" creationId="{1453BF6C-B012-48B7-B4E8-6D7AC7C27D02}"/>
          </ac:spMkLst>
        </pc:spChg>
        <pc:spChg chg="del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16" creationId="{E3020543-B24B-4EC4-8FFC-8DD88EEA91A8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23" creationId="{A2679492-7988-4050-9056-542444452411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25" creationId="{B091B163-7D61-4891-ABCF-5C13D9C418D0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27" creationId="{6CB927A4-E432-4310-9CD5-E89FF5063179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29" creationId="{E3020543-B24B-4EC4-8FFC-8DD88EEA91A8}"/>
          </ac:spMkLst>
        </pc:spChg>
        <pc:spChg chg="add">
          <ac:chgData name="Oleti, Amarnadh" userId="S::amarnadh.oleti@okstate.edu::b537ad93-d9d1-4aa1-a92a-32ce94fe3937" providerId="AD" clId="Web-{25A57BF8-DC1B-4B49-AA35-BC26C227570F}" dt="2023-11-30T05:21:25.432" v="7"/>
          <ac:spMkLst>
            <pc:docMk/>
            <pc:sldMk cId="3850150456" sldId="278"/>
            <ac:spMk id="31" creationId="{1453BF6C-B012-48B7-B4E8-6D7AC7C27D02}"/>
          </ac:spMkLst>
        </pc:spChg>
        <pc:cxnChg chg="del">
          <ac:chgData name="Oleti, Amarnadh" userId="S::amarnadh.oleti@okstate.edu::b537ad93-d9d1-4aa1-a92a-32ce94fe3937" providerId="AD" clId="Web-{25A57BF8-DC1B-4B49-AA35-BC26C227570F}" dt="2023-11-30T05:21:25.432" v="7"/>
          <ac:cxnSpMkLst>
            <pc:docMk/>
            <pc:sldMk cId="3850150456" sldId="278"/>
            <ac:cxnSpMk id="18" creationId="{C49DA8F6-BCC1-4447-B54C-57856834B94B}"/>
          </ac:cxnSpMkLst>
        </pc:cxnChg>
        <pc:cxnChg chg="add">
          <ac:chgData name="Oleti, Amarnadh" userId="S::amarnadh.oleti@okstate.edu::b537ad93-d9d1-4aa1-a92a-32ce94fe3937" providerId="AD" clId="Web-{25A57BF8-DC1B-4B49-AA35-BC26C227570F}" dt="2023-11-30T05:21:25.432" v="7"/>
          <ac:cxnSpMkLst>
            <pc:docMk/>
            <pc:sldMk cId="3850150456" sldId="278"/>
            <ac:cxnSpMk id="33" creationId="{C49DA8F6-BCC1-4447-B54C-57856834B94B}"/>
          </ac:cxnSpMkLst>
        </pc:cxnChg>
      </pc:sldChg>
      <pc:sldChg chg="addSp delSp">
        <pc:chgData name="Oleti, Amarnadh" userId="S::amarnadh.oleti@okstate.edu::b537ad93-d9d1-4aa1-a92a-32ce94fe3937" providerId="AD" clId="Web-{25A57BF8-DC1B-4B49-AA35-BC26C227570F}" dt="2023-11-30T05:20:53.915" v="6"/>
        <pc:sldMkLst>
          <pc:docMk/>
          <pc:sldMk cId="338166640" sldId="279"/>
        </pc:sldMkLst>
        <pc:spChg chg="del">
          <ac:chgData name="Oleti, Amarnadh" userId="S::amarnadh.oleti@okstate.edu::b537ad93-d9d1-4aa1-a92a-32ce94fe3937" providerId="AD" clId="Web-{25A57BF8-DC1B-4B49-AA35-BC26C227570F}" dt="2023-11-30T05:20:53.915" v="6"/>
          <ac:spMkLst>
            <pc:docMk/>
            <pc:sldMk cId="338166640" sldId="279"/>
            <ac:spMk id="3" creationId="{91FD4E21-9CF9-5172-075B-5004C279BFA8}"/>
          </ac:spMkLst>
        </pc:spChg>
        <pc:graphicFrameChg chg="add">
          <ac:chgData name="Oleti, Amarnadh" userId="S::amarnadh.oleti@okstate.edu::b537ad93-d9d1-4aa1-a92a-32ce94fe3937" providerId="AD" clId="Web-{25A57BF8-DC1B-4B49-AA35-BC26C227570F}" dt="2023-11-30T05:20:53.915" v="6"/>
          <ac:graphicFrameMkLst>
            <pc:docMk/>
            <pc:sldMk cId="338166640" sldId="279"/>
            <ac:graphicFrameMk id="5" creationId="{EDD66349-7FF1-7628-FBA1-C4C940CEB5C3}"/>
          </ac:graphicFrameMkLst>
        </pc:graphicFrameChg>
      </pc:sldChg>
    </pc:docChg>
  </pc:docChgLst>
  <pc:docChgLst>
    <pc:chgData name="Chittiprolu, Santhosh" userId="S::santhosh.chittiprolu@okstate.edu::1d839282-d54c-43ef-9c4a-2bdaef4e8268" providerId="AD" clId="Web-{B6DB753C-C720-4048-ACE5-E93305E2C95F}"/>
    <pc:docChg chg="modSld">
      <pc:chgData name="Chittiprolu, Santhosh" userId="S::santhosh.chittiprolu@okstate.edu::1d839282-d54c-43ef-9c4a-2bdaef4e8268" providerId="AD" clId="Web-{B6DB753C-C720-4048-ACE5-E93305E2C95F}" dt="2023-11-30T04:53:58.441" v="14"/>
      <pc:docMkLst>
        <pc:docMk/>
      </pc:docMkLst>
      <pc:sldChg chg="addSp delSp modSp">
        <pc:chgData name="Chittiprolu, Santhosh" userId="S::santhosh.chittiprolu@okstate.edu::1d839282-d54c-43ef-9c4a-2bdaef4e8268" providerId="AD" clId="Web-{B6DB753C-C720-4048-ACE5-E93305E2C95F}" dt="2023-11-30T04:52:01.656" v="13" actId="20577"/>
        <pc:sldMkLst>
          <pc:docMk/>
          <pc:sldMk cId="4025767887" sldId="264"/>
        </pc:sldMkLst>
        <pc:spChg chg="mod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2" creationId="{30CC7FA6-AA1F-53FF-698F-CEA6B656BFEB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9" creationId="{383F4F3A-DF89-453C-A499-8C259F6A2F13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11" creationId="{58BDB0EE-D238-415B-9ED8-62AA6AB2AAD1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13" creationId="{C5B55FC3-961D-4325-82F1-DE92B0D04E03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17" creationId="{4C8AB332-D09E-4F28-943C-DABDD4716A3C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19" creationId="{3A359BEF-58E3-4A54-AB06-435D1A501444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20" creationId="{E5CBF618-D78A-412F-9D86-1D6288E826FD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28" creationId="{6CB927A4-E432-4310-9CD5-E89FF5063179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30" creationId="{E3020543-B24B-4EC4-8FFC-8DD88EEA91A8}"/>
          </ac:spMkLst>
        </pc:spChg>
        <pc:spChg chg="add del">
          <ac:chgData name="Chittiprolu, Santhosh" userId="S::santhosh.chittiprolu@okstate.edu::1d839282-d54c-43ef-9c4a-2bdaef4e8268" providerId="AD" clId="Web-{B6DB753C-C720-4048-ACE5-E93305E2C95F}" dt="2023-11-30T04:51:49.639" v="2"/>
          <ac:spMkLst>
            <pc:docMk/>
            <pc:sldMk cId="4025767887" sldId="264"/>
            <ac:spMk id="32" creationId="{1453BF6C-B012-48B7-B4E8-6D7AC7C27D02}"/>
          </ac:spMkLst>
        </pc:spChg>
        <pc:graphicFrameChg chg="mod modGraphic">
          <ac:chgData name="Chittiprolu, Santhosh" userId="S::santhosh.chittiprolu@okstate.edu::1d839282-d54c-43ef-9c4a-2bdaef4e8268" providerId="AD" clId="Web-{B6DB753C-C720-4048-ACE5-E93305E2C95F}" dt="2023-11-30T04:52:01.656" v="13" actId="20577"/>
          <ac:graphicFrameMkLst>
            <pc:docMk/>
            <pc:sldMk cId="4025767887" sldId="264"/>
            <ac:graphicFrameMk id="5" creationId="{0AC90404-6760-D957-1975-7AC0F488F183}"/>
          </ac:graphicFrameMkLst>
        </pc:graphicFrameChg>
        <pc:cxnChg chg="add del">
          <ac:chgData name="Chittiprolu, Santhosh" userId="S::santhosh.chittiprolu@okstate.edu::1d839282-d54c-43ef-9c4a-2bdaef4e8268" providerId="AD" clId="Web-{B6DB753C-C720-4048-ACE5-E93305E2C95F}" dt="2023-11-30T04:51:49.639" v="2"/>
          <ac:cxnSpMkLst>
            <pc:docMk/>
            <pc:sldMk cId="4025767887" sldId="264"/>
            <ac:cxnSpMk id="15" creationId="{C8F51B3F-8331-4E4A-AE96-D47B1006EEAD}"/>
          </ac:cxnSpMkLst>
        </pc:cxnChg>
        <pc:cxnChg chg="add del">
          <ac:chgData name="Chittiprolu, Santhosh" userId="S::santhosh.chittiprolu@okstate.edu::1d839282-d54c-43ef-9c4a-2bdaef4e8268" providerId="AD" clId="Web-{B6DB753C-C720-4048-ACE5-E93305E2C95F}" dt="2023-11-30T04:51:49.639" v="2"/>
          <ac:cxnSpMkLst>
            <pc:docMk/>
            <pc:sldMk cId="4025767887" sldId="264"/>
            <ac:cxnSpMk id="26" creationId="{C49DA8F6-BCC1-4447-B54C-57856834B94B}"/>
          </ac:cxnSpMkLst>
        </pc:cxnChg>
      </pc:sldChg>
      <pc:sldChg chg="addSp delSp modSp">
        <pc:chgData name="Chittiprolu, Santhosh" userId="S::santhosh.chittiprolu@okstate.edu::1d839282-d54c-43ef-9c4a-2bdaef4e8268" providerId="AD" clId="Web-{B6DB753C-C720-4048-ACE5-E93305E2C95F}" dt="2023-11-30T04:53:58.441" v="14"/>
        <pc:sldMkLst>
          <pc:docMk/>
          <pc:sldMk cId="2987915917" sldId="274"/>
        </pc:sldMkLst>
        <pc:spChg chg="mod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2" creationId="{81BE8E14-96FF-C980-BD29-85A27295E2B9}"/>
          </ac:spMkLst>
        </pc:spChg>
        <pc:spChg chg="del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35" creationId="{8D1AA55E-40D5-461B-A5A8-4AE8AAB71B08}"/>
          </ac:spMkLst>
        </pc:spChg>
        <pc:spChg chg="del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39" creationId="{6CB927A4-E432-4310-9CD5-E89FF5063179}"/>
          </ac:spMkLst>
        </pc:spChg>
        <pc:spChg chg="del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41" creationId="{E3020543-B24B-4EC4-8FFC-8DD88EEA91A8}"/>
          </ac:spMkLst>
        </pc:spChg>
        <pc:spChg chg="add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46" creationId="{8D1AA55E-40D5-461B-A5A8-4AE8AAB71B08}"/>
          </ac:spMkLst>
        </pc:spChg>
        <pc:spChg chg="add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50" creationId="{6CB927A4-E432-4310-9CD5-E89FF5063179}"/>
          </ac:spMkLst>
        </pc:spChg>
        <pc:spChg chg="add">
          <ac:chgData name="Chittiprolu, Santhosh" userId="S::santhosh.chittiprolu@okstate.edu::1d839282-d54c-43ef-9c4a-2bdaef4e8268" providerId="AD" clId="Web-{B6DB753C-C720-4048-ACE5-E93305E2C95F}" dt="2023-11-30T04:53:58.441" v="14"/>
          <ac:spMkLst>
            <pc:docMk/>
            <pc:sldMk cId="2987915917" sldId="274"/>
            <ac:spMk id="52" creationId="{E3020543-B24B-4EC4-8FFC-8DD88EEA91A8}"/>
          </ac:spMkLst>
        </pc:spChg>
        <pc:picChg chg="mod">
          <ac:chgData name="Chittiprolu, Santhosh" userId="S::santhosh.chittiprolu@okstate.edu::1d839282-d54c-43ef-9c4a-2bdaef4e8268" providerId="AD" clId="Web-{B6DB753C-C720-4048-ACE5-E93305E2C95F}" dt="2023-11-30T04:53:58.441" v="14"/>
          <ac:picMkLst>
            <pc:docMk/>
            <pc:sldMk cId="2987915917" sldId="274"/>
            <ac:picMk id="4" creationId="{59C9BA1D-7CDC-F52C-C5B9-B079FFFC82E3}"/>
          </ac:picMkLst>
        </pc:picChg>
        <pc:cxnChg chg="del">
          <ac:chgData name="Chittiprolu, Santhosh" userId="S::santhosh.chittiprolu@okstate.edu::1d839282-d54c-43ef-9c4a-2bdaef4e8268" providerId="AD" clId="Web-{B6DB753C-C720-4048-ACE5-E93305E2C95F}" dt="2023-11-30T04:53:58.441" v="14"/>
          <ac:cxnSpMkLst>
            <pc:docMk/>
            <pc:sldMk cId="2987915917" sldId="274"/>
            <ac:cxnSpMk id="37" creationId="{7EB498BD-8089-4626-91EA-4978EBEF535E}"/>
          </ac:cxnSpMkLst>
        </pc:cxnChg>
        <pc:cxnChg chg="add">
          <ac:chgData name="Chittiprolu, Santhosh" userId="S::santhosh.chittiprolu@okstate.edu::1d839282-d54c-43ef-9c4a-2bdaef4e8268" providerId="AD" clId="Web-{B6DB753C-C720-4048-ACE5-E93305E2C95F}" dt="2023-11-30T04:53:58.441" v="14"/>
          <ac:cxnSpMkLst>
            <pc:docMk/>
            <pc:sldMk cId="2987915917" sldId="274"/>
            <ac:cxnSpMk id="48" creationId="{7EB498BD-8089-4626-91EA-4978EBEF535E}"/>
          </ac:cxnSpMkLst>
        </pc:cxnChg>
      </pc:sldChg>
      <pc:sldChg chg="modSp">
        <pc:chgData name="Chittiprolu, Santhosh" userId="S::santhosh.chittiprolu@okstate.edu::1d839282-d54c-43ef-9c4a-2bdaef4e8268" providerId="AD" clId="Web-{B6DB753C-C720-4048-ACE5-E93305E2C95F}" dt="2023-11-30T04:51:04.935" v="0" actId="20577"/>
        <pc:sldMkLst>
          <pc:docMk/>
          <pc:sldMk cId="338166640" sldId="279"/>
        </pc:sldMkLst>
        <pc:spChg chg="mod">
          <ac:chgData name="Chittiprolu, Santhosh" userId="S::santhosh.chittiprolu@okstate.edu::1d839282-d54c-43ef-9c4a-2bdaef4e8268" providerId="AD" clId="Web-{B6DB753C-C720-4048-ACE5-E93305E2C95F}" dt="2023-11-30T04:51:04.935" v="0" actId="20577"/>
          <ac:spMkLst>
            <pc:docMk/>
            <pc:sldMk cId="338166640" sldId="279"/>
            <ac:spMk id="3" creationId="{91FD4E21-9CF9-5172-075B-5004C279BFA8}"/>
          </ac:spMkLst>
        </pc:spChg>
      </pc:sldChg>
    </pc:docChg>
  </pc:docChgLst>
  <pc:docChgLst>
    <pc:chgData clId="Web-{B6DB753C-C720-4048-ACE5-E93305E2C95F}"/>
    <pc:docChg chg="modSld">
      <pc:chgData name="" userId="" providerId="" clId="Web-{B6DB753C-C720-4048-ACE5-E93305E2C95F}" dt="2023-11-30T04:51:01.466" v="1" actId="20577"/>
      <pc:docMkLst>
        <pc:docMk/>
      </pc:docMkLst>
      <pc:sldChg chg="modSp">
        <pc:chgData name="" userId="" providerId="" clId="Web-{B6DB753C-C720-4048-ACE5-E93305E2C95F}" dt="2023-11-30T04:51:01.466" v="1" actId="20577"/>
        <pc:sldMkLst>
          <pc:docMk/>
          <pc:sldMk cId="338166640" sldId="279"/>
        </pc:sldMkLst>
        <pc:spChg chg="mod">
          <ac:chgData name="" userId="" providerId="" clId="Web-{B6DB753C-C720-4048-ACE5-E93305E2C95F}" dt="2023-11-30T04:51:01.466" v="1" actId="20577"/>
          <ac:spMkLst>
            <pc:docMk/>
            <pc:sldMk cId="338166640" sldId="279"/>
            <ac:spMk id="3" creationId="{91FD4E21-9CF9-5172-075B-5004C279BFA8}"/>
          </ac:spMkLst>
        </pc:spChg>
      </pc:sldChg>
    </pc:docChg>
  </pc:docChgLst>
  <pc:docChgLst>
    <pc:chgData name="Chittiprolu, Santhosh" userId="S::santhosh.chittiprolu@okstate.edu::1d839282-d54c-43ef-9c4a-2bdaef4e8268" providerId="AD" clId="Web-{859C59B0-F45A-404D-B1BA-CC8A09EDD5D1}"/>
    <pc:docChg chg="modSld">
      <pc:chgData name="Chittiprolu, Santhosh" userId="S::santhosh.chittiprolu@okstate.edu::1d839282-d54c-43ef-9c4a-2bdaef4e8268" providerId="AD" clId="Web-{859C59B0-F45A-404D-B1BA-CC8A09EDD5D1}" dt="2023-11-30T04:43:00.299" v="10" actId="14100"/>
      <pc:docMkLst>
        <pc:docMk/>
      </pc:docMkLst>
      <pc:sldChg chg="modSp">
        <pc:chgData name="Chittiprolu, Santhosh" userId="S::santhosh.chittiprolu@okstate.edu::1d839282-d54c-43ef-9c4a-2bdaef4e8268" providerId="AD" clId="Web-{859C59B0-F45A-404D-B1BA-CC8A09EDD5D1}" dt="2023-11-30T04:41:05.092" v="4" actId="20577"/>
        <pc:sldMkLst>
          <pc:docMk/>
          <pc:sldMk cId="963729975" sldId="256"/>
        </pc:sldMkLst>
        <pc:spChg chg="mod">
          <ac:chgData name="Chittiprolu, Santhosh" userId="S::santhosh.chittiprolu@okstate.edu::1d839282-d54c-43ef-9c4a-2bdaef4e8268" providerId="AD" clId="Web-{859C59B0-F45A-404D-B1BA-CC8A09EDD5D1}" dt="2023-11-30T04:41:05.092" v="4" actId="20577"/>
          <ac:spMkLst>
            <pc:docMk/>
            <pc:sldMk cId="963729975" sldId="256"/>
            <ac:spMk id="2" creationId="{A4A19ABB-D0AD-98C4-FA85-642C254DF02B}"/>
          </ac:spMkLst>
        </pc:spChg>
      </pc:sldChg>
      <pc:sldChg chg="modSp">
        <pc:chgData name="Chittiprolu, Santhosh" userId="S::santhosh.chittiprolu@okstate.edu::1d839282-d54c-43ef-9c4a-2bdaef4e8268" providerId="AD" clId="Web-{859C59B0-F45A-404D-B1BA-CC8A09EDD5D1}" dt="2023-11-30T04:43:00.299" v="10" actId="14100"/>
        <pc:sldMkLst>
          <pc:docMk/>
          <pc:sldMk cId="865848292" sldId="260"/>
        </pc:sldMkLst>
        <pc:spChg chg="mod">
          <ac:chgData name="Chittiprolu, Santhosh" userId="S::santhosh.chittiprolu@okstate.edu::1d839282-d54c-43ef-9c4a-2bdaef4e8268" providerId="AD" clId="Web-{859C59B0-F45A-404D-B1BA-CC8A09EDD5D1}" dt="2023-11-30T04:43:00.299" v="10" actId="14100"/>
          <ac:spMkLst>
            <pc:docMk/>
            <pc:sldMk cId="865848292" sldId="260"/>
            <ac:spMk id="3" creationId="{B557B671-62A1-C639-E207-99931F215A4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393BDB-18A9-41D9-AD9C-D65C30011CE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8E626AE-713D-4C22-AAD6-76E3B058F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Challenge</a:t>
          </a:r>
          <a:r>
            <a:rPr lang="en-US"/>
            <a:t>: XYZ Bank needs to refine its term deposit marketing, moving from traditional tactics to a more targeted, data-informed approach.</a:t>
          </a:r>
        </a:p>
      </dgm:t>
    </dgm:pt>
    <dgm:pt modelId="{DADAD86B-B299-467B-B530-18368C1A028C}" type="parTrans" cxnId="{899120D1-B870-4263-A0B2-C01E39A8468D}">
      <dgm:prSet/>
      <dgm:spPr/>
      <dgm:t>
        <a:bodyPr/>
        <a:lstStyle/>
        <a:p>
          <a:endParaRPr lang="en-US"/>
        </a:p>
      </dgm:t>
    </dgm:pt>
    <dgm:pt modelId="{9A95EB3C-BF80-46C5-914D-623EB7A00E13}" type="sibTrans" cxnId="{899120D1-B870-4263-A0B2-C01E39A846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29E508-75C8-4007-B46A-935EFEE27D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Our Approach</a:t>
          </a:r>
          <a:r>
            <a:rPr lang="en-US"/>
            <a:t>: Utilizing machine learning on client data, we aim to uncover patterns indicating a higher likelihood of term deposit subscriptions.</a:t>
          </a:r>
        </a:p>
      </dgm:t>
    </dgm:pt>
    <dgm:pt modelId="{965D4FF8-A2EC-40E2-8D51-F886AE130183}" type="parTrans" cxnId="{208EFDAC-7AFB-4420-9743-BB527A1E5B36}">
      <dgm:prSet/>
      <dgm:spPr/>
      <dgm:t>
        <a:bodyPr/>
        <a:lstStyle/>
        <a:p>
          <a:endParaRPr lang="en-US"/>
        </a:p>
      </dgm:t>
    </dgm:pt>
    <dgm:pt modelId="{21DFBF70-8C03-4CF2-878B-F3CF83D78D57}" type="sibTrans" cxnId="{208EFDAC-7AFB-4420-9743-BB527A1E5B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71594B-FF0C-4DD0-A344-60890E9553B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Insights from Data</a:t>
          </a:r>
          <a:r>
            <a:rPr lang="en-US"/>
            <a:t>: Our Exploratory Data Analysis (EDA) provides a deeper understanding of client behaviors and preferences, guiding our marketing strategy.</a:t>
          </a:r>
          <a:endParaRPr lang="en-US">
            <a:latin typeface="Univers"/>
          </a:endParaRPr>
        </a:p>
      </dgm:t>
    </dgm:pt>
    <dgm:pt modelId="{71F6EBCC-C3C8-4020-9A96-97160021E109}" type="parTrans" cxnId="{4D38B255-88B8-425A-955A-CEA28BA71F36}">
      <dgm:prSet/>
      <dgm:spPr/>
    </dgm:pt>
    <dgm:pt modelId="{B7224269-B4C0-4799-B87B-AF9D1D7C24E1}" type="sibTrans" cxnId="{4D38B255-88B8-425A-955A-CEA28BA71F36}">
      <dgm:prSet/>
      <dgm:spPr/>
    </dgm:pt>
    <dgm:pt modelId="{D2A2898E-F568-4CAC-9CB4-D14E9FC95F2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Actionable Outcomes</a:t>
          </a:r>
          <a:r>
            <a:rPr lang="en-US"/>
            <a:t>: With predictive modeling, we identify key client segments for targeted marketing, aiming to boost campaign success and client relationships.</a:t>
          </a:r>
          <a:endParaRPr lang="en-US">
            <a:latin typeface="Univers"/>
          </a:endParaRPr>
        </a:p>
      </dgm:t>
    </dgm:pt>
    <dgm:pt modelId="{0583C812-C763-47D6-AA0A-9F24825F48E3}" type="parTrans" cxnId="{E793D92F-54A0-4868-9200-8B707400CE6A}">
      <dgm:prSet/>
      <dgm:spPr/>
    </dgm:pt>
    <dgm:pt modelId="{5B2FFEE3-38CC-456C-9296-477F5CF2BE13}" type="sibTrans" cxnId="{E793D92F-54A0-4868-9200-8B707400CE6A}">
      <dgm:prSet/>
      <dgm:spPr/>
    </dgm:pt>
    <dgm:pt modelId="{A9EC900B-3004-4639-B711-AE71A5C96223}" type="pres">
      <dgm:prSet presAssocID="{DB393BDB-18A9-41D9-AD9C-D65C30011CE6}" presName="root" presStyleCnt="0">
        <dgm:presLayoutVars>
          <dgm:dir/>
          <dgm:resizeHandles val="exact"/>
        </dgm:presLayoutVars>
      </dgm:prSet>
      <dgm:spPr/>
    </dgm:pt>
    <dgm:pt modelId="{D91F7B60-91C6-48DC-A178-02DF5E226DB4}" type="pres">
      <dgm:prSet presAssocID="{DB393BDB-18A9-41D9-AD9C-D65C30011CE6}" presName="container" presStyleCnt="0">
        <dgm:presLayoutVars>
          <dgm:dir/>
          <dgm:resizeHandles val="exact"/>
        </dgm:presLayoutVars>
      </dgm:prSet>
      <dgm:spPr/>
    </dgm:pt>
    <dgm:pt modelId="{AB5906E2-6AFD-4200-A682-CB6E28CDA51B}" type="pres">
      <dgm:prSet presAssocID="{A8E626AE-713D-4C22-AAD6-76E3B058FB70}" presName="compNode" presStyleCnt="0"/>
      <dgm:spPr/>
    </dgm:pt>
    <dgm:pt modelId="{DFEF5945-E756-42D9-8885-582610306409}" type="pres">
      <dgm:prSet presAssocID="{A8E626AE-713D-4C22-AAD6-76E3B058FB70}" presName="iconBgRect" presStyleLbl="bgShp" presStyleIdx="0" presStyleCnt="4"/>
      <dgm:spPr/>
    </dgm:pt>
    <dgm:pt modelId="{5543F136-E507-48FA-81FB-84CE7685A7A5}" type="pres">
      <dgm:prSet presAssocID="{A8E626AE-713D-4C22-AAD6-76E3B058FB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3C356528-4955-491D-874A-4B2A3A69CA2E}" type="pres">
      <dgm:prSet presAssocID="{A8E626AE-713D-4C22-AAD6-76E3B058FB70}" presName="spaceRect" presStyleCnt="0"/>
      <dgm:spPr/>
    </dgm:pt>
    <dgm:pt modelId="{9DF92851-C372-4FAA-9C38-41C7CBB0049F}" type="pres">
      <dgm:prSet presAssocID="{A8E626AE-713D-4C22-AAD6-76E3B058FB70}" presName="textRect" presStyleLbl="revTx" presStyleIdx="0" presStyleCnt="4">
        <dgm:presLayoutVars>
          <dgm:chMax val="1"/>
          <dgm:chPref val="1"/>
        </dgm:presLayoutVars>
      </dgm:prSet>
      <dgm:spPr/>
    </dgm:pt>
    <dgm:pt modelId="{016BF10D-A52C-4145-AA35-4A04D639578E}" type="pres">
      <dgm:prSet presAssocID="{9A95EB3C-BF80-46C5-914D-623EB7A00E13}" presName="sibTrans" presStyleLbl="sibTrans2D1" presStyleIdx="0" presStyleCnt="0"/>
      <dgm:spPr/>
    </dgm:pt>
    <dgm:pt modelId="{46062BA0-20F2-49EF-85E1-C1BAB38AFFB6}" type="pres">
      <dgm:prSet presAssocID="{BC29E508-75C8-4007-B46A-935EFEE27D0D}" presName="compNode" presStyleCnt="0"/>
      <dgm:spPr/>
    </dgm:pt>
    <dgm:pt modelId="{6B8701C7-0083-4C61-B294-E522C038E0ED}" type="pres">
      <dgm:prSet presAssocID="{BC29E508-75C8-4007-B46A-935EFEE27D0D}" presName="iconBgRect" presStyleLbl="bgShp" presStyleIdx="1" presStyleCnt="4"/>
      <dgm:spPr/>
    </dgm:pt>
    <dgm:pt modelId="{44AED0C8-96FF-4F13-860F-B147786FCDCD}" type="pres">
      <dgm:prSet presAssocID="{BC29E508-75C8-4007-B46A-935EFEE27D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B195EE-9358-43D2-A47A-EA898870E014}" type="pres">
      <dgm:prSet presAssocID="{BC29E508-75C8-4007-B46A-935EFEE27D0D}" presName="spaceRect" presStyleCnt="0"/>
      <dgm:spPr/>
    </dgm:pt>
    <dgm:pt modelId="{F6E252B9-35A3-4B56-8085-889BB0E890F4}" type="pres">
      <dgm:prSet presAssocID="{BC29E508-75C8-4007-B46A-935EFEE27D0D}" presName="textRect" presStyleLbl="revTx" presStyleIdx="1" presStyleCnt="4">
        <dgm:presLayoutVars>
          <dgm:chMax val="1"/>
          <dgm:chPref val="1"/>
        </dgm:presLayoutVars>
      </dgm:prSet>
      <dgm:spPr/>
    </dgm:pt>
    <dgm:pt modelId="{3AB7A368-EE0B-4BC3-898C-5D55886B6997}" type="pres">
      <dgm:prSet presAssocID="{21DFBF70-8C03-4CF2-878B-F3CF83D78D57}" presName="sibTrans" presStyleLbl="sibTrans2D1" presStyleIdx="0" presStyleCnt="0"/>
      <dgm:spPr/>
    </dgm:pt>
    <dgm:pt modelId="{01B3AD33-1D9E-4BAE-B37A-F2EF7AD6E7C5}" type="pres">
      <dgm:prSet presAssocID="{6071594B-FF0C-4DD0-A344-60890E9553B0}" presName="compNode" presStyleCnt="0"/>
      <dgm:spPr/>
    </dgm:pt>
    <dgm:pt modelId="{534FDD5E-5CE4-42F4-A965-36B6574631EA}" type="pres">
      <dgm:prSet presAssocID="{6071594B-FF0C-4DD0-A344-60890E9553B0}" presName="iconBgRect" presStyleLbl="bgShp" presStyleIdx="2" presStyleCnt="4"/>
      <dgm:spPr/>
    </dgm:pt>
    <dgm:pt modelId="{45857660-F0D8-40FF-8BE6-E3F9931D53E5}" type="pres">
      <dgm:prSet presAssocID="{6071594B-FF0C-4DD0-A344-60890E9553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B72B7AD-5015-4F74-AC3D-C1BDEFB71292}" type="pres">
      <dgm:prSet presAssocID="{6071594B-FF0C-4DD0-A344-60890E9553B0}" presName="spaceRect" presStyleCnt="0"/>
      <dgm:spPr/>
    </dgm:pt>
    <dgm:pt modelId="{A20D7AD0-2014-4010-B2CA-BE9E678C7E28}" type="pres">
      <dgm:prSet presAssocID="{6071594B-FF0C-4DD0-A344-60890E9553B0}" presName="textRect" presStyleLbl="revTx" presStyleIdx="2" presStyleCnt="4">
        <dgm:presLayoutVars>
          <dgm:chMax val="1"/>
          <dgm:chPref val="1"/>
        </dgm:presLayoutVars>
      </dgm:prSet>
      <dgm:spPr/>
    </dgm:pt>
    <dgm:pt modelId="{C1857E4E-733A-4CB3-8FC7-4D91612B0014}" type="pres">
      <dgm:prSet presAssocID="{B7224269-B4C0-4799-B87B-AF9D1D7C24E1}" presName="sibTrans" presStyleLbl="sibTrans2D1" presStyleIdx="0" presStyleCnt="0"/>
      <dgm:spPr/>
    </dgm:pt>
    <dgm:pt modelId="{653E6CF2-95B9-4276-991A-BF7133FFF92F}" type="pres">
      <dgm:prSet presAssocID="{D2A2898E-F568-4CAC-9CB4-D14E9FC95F25}" presName="compNode" presStyleCnt="0"/>
      <dgm:spPr/>
    </dgm:pt>
    <dgm:pt modelId="{08BFED57-A6D4-41B3-B7C9-A9BB7BFA8BD5}" type="pres">
      <dgm:prSet presAssocID="{D2A2898E-F568-4CAC-9CB4-D14E9FC95F25}" presName="iconBgRect" presStyleLbl="bgShp" presStyleIdx="3" presStyleCnt="4"/>
      <dgm:spPr/>
    </dgm:pt>
    <dgm:pt modelId="{F5A66794-7099-4CC3-9F2F-82FA983AB9E8}" type="pres">
      <dgm:prSet presAssocID="{D2A2898E-F568-4CAC-9CB4-D14E9FC95F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8C2ECE8-4ADA-41DE-B970-1BAF4796300D}" type="pres">
      <dgm:prSet presAssocID="{D2A2898E-F568-4CAC-9CB4-D14E9FC95F25}" presName="spaceRect" presStyleCnt="0"/>
      <dgm:spPr/>
    </dgm:pt>
    <dgm:pt modelId="{7C95E2DC-3863-4A60-8F23-24D0A0B04037}" type="pres">
      <dgm:prSet presAssocID="{D2A2898E-F568-4CAC-9CB4-D14E9FC95F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E7A205-0307-4F6C-9544-C5B04A283114}" type="presOf" srcId="{D2A2898E-F568-4CAC-9CB4-D14E9FC95F25}" destId="{7C95E2DC-3863-4A60-8F23-24D0A0B04037}" srcOrd="0" destOrd="0" presId="urn:microsoft.com/office/officeart/2018/2/layout/IconCircleList"/>
    <dgm:cxn modelId="{E818AE0D-EF10-4D0D-B622-B5CEBE4A315B}" type="presOf" srcId="{6071594B-FF0C-4DD0-A344-60890E9553B0}" destId="{A20D7AD0-2014-4010-B2CA-BE9E678C7E28}" srcOrd="0" destOrd="0" presId="urn:microsoft.com/office/officeart/2018/2/layout/IconCircleList"/>
    <dgm:cxn modelId="{D2864917-91C1-44CC-8CFD-3AD1297C27C1}" type="presOf" srcId="{A8E626AE-713D-4C22-AAD6-76E3B058FB70}" destId="{9DF92851-C372-4FAA-9C38-41C7CBB0049F}" srcOrd="0" destOrd="0" presId="urn:microsoft.com/office/officeart/2018/2/layout/IconCircleList"/>
    <dgm:cxn modelId="{3DA21420-37DC-45E6-B258-EB91CE4973A9}" type="presOf" srcId="{DB393BDB-18A9-41D9-AD9C-D65C30011CE6}" destId="{A9EC900B-3004-4639-B711-AE71A5C96223}" srcOrd="0" destOrd="0" presId="urn:microsoft.com/office/officeart/2018/2/layout/IconCircleList"/>
    <dgm:cxn modelId="{E793D92F-54A0-4868-9200-8B707400CE6A}" srcId="{DB393BDB-18A9-41D9-AD9C-D65C30011CE6}" destId="{D2A2898E-F568-4CAC-9CB4-D14E9FC95F25}" srcOrd="3" destOrd="0" parTransId="{0583C812-C763-47D6-AA0A-9F24825F48E3}" sibTransId="{5B2FFEE3-38CC-456C-9296-477F5CF2BE13}"/>
    <dgm:cxn modelId="{4D38B255-88B8-425A-955A-CEA28BA71F36}" srcId="{DB393BDB-18A9-41D9-AD9C-D65C30011CE6}" destId="{6071594B-FF0C-4DD0-A344-60890E9553B0}" srcOrd="2" destOrd="0" parTransId="{71F6EBCC-C3C8-4020-9A96-97160021E109}" sibTransId="{B7224269-B4C0-4799-B87B-AF9D1D7C24E1}"/>
    <dgm:cxn modelId="{7E2AEE8E-B5DB-4138-B0D0-C6AD73A85A77}" type="presOf" srcId="{BC29E508-75C8-4007-B46A-935EFEE27D0D}" destId="{F6E252B9-35A3-4B56-8085-889BB0E890F4}" srcOrd="0" destOrd="0" presId="urn:microsoft.com/office/officeart/2018/2/layout/IconCircleList"/>
    <dgm:cxn modelId="{208EFDAC-7AFB-4420-9743-BB527A1E5B36}" srcId="{DB393BDB-18A9-41D9-AD9C-D65C30011CE6}" destId="{BC29E508-75C8-4007-B46A-935EFEE27D0D}" srcOrd="1" destOrd="0" parTransId="{965D4FF8-A2EC-40E2-8D51-F886AE130183}" sibTransId="{21DFBF70-8C03-4CF2-878B-F3CF83D78D57}"/>
    <dgm:cxn modelId="{91EFC8B1-B817-421C-98CD-24E6BFA08F36}" type="presOf" srcId="{21DFBF70-8C03-4CF2-878B-F3CF83D78D57}" destId="{3AB7A368-EE0B-4BC3-898C-5D55886B6997}" srcOrd="0" destOrd="0" presId="urn:microsoft.com/office/officeart/2018/2/layout/IconCircleList"/>
    <dgm:cxn modelId="{899120D1-B870-4263-A0B2-C01E39A8468D}" srcId="{DB393BDB-18A9-41D9-AD9C-D65C30011CE6}" destId="{A8E626AE-713D-4C22-AAD6-76E3B058FB70}" srcOrd="0" destOrd="0" parTransId="{DADAD86B-B299-467B-B530-18368C1A028C}" sibTransId="{9A95EB3C-BF80-46C5-914D-623EB7A00E13}"/>
    <dgm:cxn modelId="{1AF631E4-2918-41FD-A1D9-F8D3E8F51E3C}" type="presOf" srcId="{B7224269-B4C0-4799-B87B-AF9D1D7C24E1}" destId="{C1857E4E-733A-4CB3-8FC7-4D91612B0014}" srcOrd="0" destOrd="0" presId="urn:microsoft.com/office/officeart/2018/2/layout/IconCircleList"/>
    <dgm:cxn modelId="{75DB61FC-A867-43DD-988F-EDE1147B20D2}" type="presOf" srcId="{9A95EB3C-BF80-46C5-914D-623EB7A00E13}" destId="{016BF10D-A52C-4145-AA35-4A04D639578E}" srcOrd="0" destOrd="0" presId="urn:microsoft.com/office/officeart/2018/2/layout/IconCircleList"/>
    <dgm:cxn modelId="{B157FFAD-F928-46AC-8073-AE80FF40AFB7}" type="presParOf" srcId="{A9EC900B-3004-4639-B711-AE71A5C96223}" destId="{D91F7B60-91C6-48DC-A178-02DF5E226DB4}" srcOrd="0" destOrd="0" presId="urn:microsoft.com/office/officeart/2018/2/layout/IconCircleList"/>
    <dgm:cxn modelId="{474E22EB-E890-4084-97C3-AD7276F7F57A}" type="presParOf" srcId="{D91F7B60-91C6-48DC-A178-02DF5E226DB4}" destId="{AB5906E2-6AFD-4200-A682-CB6E28CDA51B}" srcOrd="0" destOrd="0" presId="urn:microsoft.com/office/officeart/2018/2/layout/IconCircleList"/>
    <dgm:cxn modelId="{2C9637D7-43C3-4AD5-8EAB-BD8D86D94B15}" type="presParOf" srcId="{AB5906E2-6AFD-4200-A682-CB6E28CDA51B}" destId="{DFEF5945-E756-42D9-8885-582610306409}" srcOrd="0" destOrd="0" presId="urn:microsoft.com/office/officeart/2018/2/layout/IconCircleList"/>
    <dgm:cxn modelId="{BAD1E844-86EA-4316-A7AF-A6C496823137}" type="presParOf" srcId="{AB5906E2-6AFD-4200-A682-CB6E28CDA51B}" destId="{5543F136-E507-48FA-81FB-84CE7685A7A5}" srcOrd="1" destOrd="0" presId="urn:microsoft.com/office/officeart/2018/2/layout/IconCircleList"/>
    <dgm:cxn modelId="{D074EC4B-4926-42C6-B0E1-0C89EA2384E0}" type="presParOf" srcId="{AB5906E2-6AFD-4200-A682-CB6E28CDA51B}" destId="{3C356528-4955-491D-874A-4B2A3A69CA2E}" srcOrd="2" destOrd="0" presId="urn:microsoft.com/office/officeart/2018/2/layout/IconCircleList"/>
    <dgm:cxn modelId="{4E6F6E6D-3D50-4BDB-8E35-2CF0CEFCD21E}" type="presParOf" srcId="{AB5906E2-6AFD-4200-A682-CB6E28CDA51B}" destId="{9DF92851-C372-4FAA-9C38-41C7CBB0049F}" srcOrd="3" destOrd="0" presId="urn:microsoft.com/office/officeart/2018/2/layout/IconCircleList"/>
    <dgm:cxn modelId="{995B8CF5-D6A6-4047-863A-0F9BE4F61A66}" type="presParOf" srcId="{D91F7B60-91C6-48DC-A178-02DF5E226DB4}" destId="{016BF10D-A52C-4145-AA35-4A04D639578E}" srcOrd="1" destOrd="0" presId="urn:microsoft.com/office/officeart/2018/2/layout/IconCircleList"/>
    <dgm:cxn modelId="{DA526C1F-30B7-4B98-A697-63DB694DA7FA}" type="presParOf" srcId="{D91F7B60-91C6-48DC-A178-02DF5E226DB4}" destId="{46062BA0-20F2-49EF-85E1-C1BAB38AFFB6}" srcOrd="2" destOrd="0" presId="urn:microsoft.com/office/officeart/2018/2/layout/IconCircleList"/>
    <dgm:cxn modelId="{648B5FDD-8BBF-4157-9805-BF9474AEED6A}" type="presParOf" srcId="{46062BA0-20F2-49EF-85E1-C1BAB38AFFB6}" destId="{6B8701C7-0083-4C61-B294-E522C038E0ED}" srcOrd="0" destOrd="0" presId="urn:microsoft.com/office/officeart/2018/2/layout/IconCircleList"/>
    <dgm:cxn modelId="{31B8B634-DDE7-470D-912D-95952CAE1723}" type="presParOf" srcId="{46062BA0-20F2-49EF-85E1-C1BAB38AFFB6}" destId="{44AED0C8-96FF-4F13-860F-B147786FCDCD}" srcOrd="1" destOrd="0" presId="urn:microsoft.com/office/officeart/2018/2/layout/IconCircleList"/>
    <dgm:cxn modelId="{F30F7F77-E8AC-4521-B331-56428EFB8FF2}" type="presParOf" srcId="{46062BA0-20F2-49EF-85E1-C1BAB38AFFB6}" destId="{45B195EE-9358-43D2-A47A-EA898870E014}" srcOrd="2" destOrd="0" presId="urn:microsoft.com/office/officeart/2018/2/layout/IconCircleList"/>
    <dgm:cxn modelId="{15B6D6AB-4A61-40D1-98E8-CC591EF8EC04}" type="presParOf" srcId="{46062BA0-20F2-49EF-85E1-C1BAB38AFFB6}" destId="{F6E252B9-35A3-4B56-8085-889BB0E890F4}" srcOrd="3" destOrd="0" presId="urn:microsoft.com/office/officeart/2018/2/layout/IconCircleList"/>
    <dgm:cxn modelId="{6260F644-FBE6-428B-A3FB-CEEDE4E56587}" type="presParOf" srcId="{D91F7B60-91C6-48DC-A178-02DF5E226DB4}" destId="{3AB7A368-EE0B-4BC3-898C-5D55886B6997}" srcOrd="3" destOrd="0" presId="urn:microsoft.com/office/officeart/2018/2/layout/IconCircleList"/>
    <dgm:cxn modelId="{04974387-19D2-4F20-AF07-3D583EB57281}" type="presParOf" srcId="{D91F7B60-91C6-48DC-A178-02DF5E226DB4}" destId="{01B3AD33-1D9E-4BAE-B37A-F2EF7AD6E7C5}" srcOrd="4" destOrd="0" presId="urn:microsoft.com/office/officeart/2018/2/layout/IconCircleList"/>
    <dgm:cxn modelId="{2B9FB6C1-EA8B-426F-B584-BDB59367C8C7}" type="presParOf" srcId="{01B3AD33-1D9E-4BAE-B37A-F2EF7AD6E7C5}" destId="{534FDD5E-5CE4-42F4-A965-36B6574631EA}" srcOrd="0" destOrd="0" presId="urn:microsoft.com/office/officeart/2018/2/layout/IconCircleList"/>
    <dgm:cxn modelId="{E8016884-BEA5-4690-A8C3-FBF35507B0DD}" type="presParOf" srcId="{01B3AD33-1D9E-4BAE-B37A-F2EF7AD6E7C5}" destId="{45857660-F0D8-40FF-8BE6-E3F9931D53E5}" srcOrd="1" destOrd="0" presId="urn:microsoft.com/office/officeart/2018/2/layout/IconCircleList"/>
    <dgm:cxn modelId="{A4716F85-D63E-4945-8C24-4169EDF87307}" type="presParOf" srcId="{01B3AD33-1D9E-4BAE-B37A-F2EF7AD6E7C5}" destId="{3B72B7AD-5015-4F74-AC3D-C1BDEFB71292}" srcOrd="2" destOrd="0" presId="urn:microsoft.com/office/officeart/2018/2/layout/IconCircleList"/>
    <dgm:cxn modelId="{7BB5D29F-A499-4FC1-AB4D-E39C46ADD1AE}" type="presParOf" srcId="{01B3AD33-1D9E-4BAE-B37A-F2EF7AD6E7C5}" destId="{A20D7AD0-2014-4010-B2CA-BE9E678C7E28}" srcOrd="3" destOrd="0" presId="urn:microsoft.com/office/officeart/2018/2/layout/IconCircleList"/>
    <dgm:cxn modelId="{AE4C5DFC-3B5D-493B-A9BF-D19892079F56}" type="presParOf" srcId="{D91F7B60-91C6-48DC-A178-02DF5E226DB4}" destId="{C1857E4E-733A-4CB3-8FC7-4D91612B0014}" srcOrd="5" destOrd="0" presId="urn:microsoft.com/office/officeart/2018/2/layout/IconCircleList"/>
    <dgm:cxn modelId="{7B7C7A9E-1613-465F-8E54-8A4099B8C822}" type="presParOf" srcId="{D91F7B60-91C6-48DC-A178-02DF5E226DB4}" destId="{653E6CF2-95B9-4276-991A-BF7133FFF92F}" srcOrd="6" destOrd="0" presId="urn:microsoft.com/office/officeart/2018/2/layout/IconCircleList"/>
    <dgm:cxn modelId="{B8A34307-17BD-4F4D-8861-2E1298DC7B47}" type="presParOf" srcId="{653E6CF2-95B9-4276-991A-BF7133FFF92F}" destId="{08BFED57-A6D4-41B3-B7C9-A9BB7BFA8BD5}" srcOrd="0" destOrd="0" presId="urn:microsoft.com/office/officeart/2018/2/layout/IconCircleList"/>
    <dgm:cxn modelId="{4E454E1C-9209-42EB-9FF8-252E7F2DE61A}" type="presParOf" srcId="{653E6CF2-95B9-4276-991A-BF7133FFF92F}" destId="{F5A66794-7099-4CC3-9F2F-82FA983AB9E8}" srcOrd="1" destOrd="0" presId="urn:microsoft.com/office/officeart/2018/2/layout/IconCircleList"/>
    <dgm:cxn modelId="{7F7D4BDF-9FF1-4F1D-B92A-F6FC8A742CE7}" type="presParOf" srcId="{653E6CF2-95B9-4276-991A-BF7133FFF92F}" destId="{A8C2ECE8-4ADA-41DE-B970-1BAF4796300D}" srcOrd="2" destOrd="0" presId="urn:microsoft.com/office/officeart/2018/2/layout/IconCircleList"/>
    <dgm:cxn modelId="{0E833F82-2C13-4A91-B398-143578C93A07}" type="presParOf" srcId="{653E6CF2-95B9-4276-991A-BF7133FFF92F}" destId="{7C95E2DC-3863-4A60-8F23-24D0A0B0403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1CB0B6-6EFC-4715-9AAF-A111B4781A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E04ACC-C6DA-419A-AAD1-AB967240D6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Structure and Summary</a:t>
          </a:r>
          <a:r>
            <a:rPr lang="en-US"/>
            <a:t>: Examined the dataset's structure, including feature types and missing values, and analyzed statistical summaries to understand distributions and variability.</a:t>
          </a:r>
        </a:p>
      </dgm:t>
    </dgm:pt>
    <dgm:pt modelId="{4208FE72-E6CB-4035-B992-7A76BBFE33A8}" type="parTrans" cxnId="{9E71DDE9-A815-4D68-BC1C-97A82C0C659C}">
      <dgm:prSet/>
      <dgm:spPr/>
      <dgm:t>
        <a:bodyPr/>
        <a:lstStyle/>
        <a:p>
          <a:endParaRPr lang="en-US"/>
        </a:p>
      </dgm:t>
    </dgm:pt>
    <dgm:pt modelId="{F4794498-717D-473B-A5FE-DCE167A909AF}" type="sibTrans" cxnId="{9E71DDE9-A815-4D68-BC1C-97A82C0C659C}">
      <dgm:prSet/>
      <dgm:spPr/>
      <dgm:t>
        <a:bodyPr/>
        <a:lstStyle/>
        <a:p>
          <a:endParaRPr lang="en-US"/>
        </a:p>
      </dgm:t>
    </dgm:pt>
    <dgm:pt modelId="{65C7E8F4-48F8-43F2-82BD-A9607D47A44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Visual Exploration</a:t>
          </a:r>
          <a:r>
            <a:rPr lang="en-US"/>
            <a:t>: Utilized histograms and bar charts to visualize distributions of numerical and categorical variables, revealing key trends and outliers.</a:t>
          </a:r>
          <a:endParaRPr lang="en-US">
            <a:latin typeface="Univers"/>
          </a:endParaRPr>
        </a:p>
      </dgm:t>
    </dgm:pt>
    <dgm:pt modelId="{CC372241-8542-4F20-8A9E-4302B310B139}" type="parTrans" cxnId="{FD0E9699-C76C-44DF-9E96-E1080FB38B05}">
      <dgm:prSet/>
      <dgm:spPr/>
    </dgm:pt>
    <dgm:pt modelId="{556DEF06-25B3-4A0A-AACB-9B85A8FBD02B}" type="sibTrans" cxnId="{FD0E9699-C76C-44DF-9E96-E1080FB38B05}">
      <dgm:prSet/>
      <dgm:spPr/>
      <dgm:t>
        <a:bodyPr/>
        <a:lstStyle/>
        <a:p>
          <a:endParaRPr lang="en-US"/>
        </a:p>
      </dgm:t>
    </dgm:pt>
    <dgm:pt modelId="{DC9BF8C3-8D3A-4C52-826F-63D5BA4590A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Correlation and Target Analysis</a:t>
          </a:r>
          <a:r>
            <a:rPr lang="en-US"/>
            <a:t>: Investigated correlations between variables and explored the relationship of each feature with the target variable 'y' to understand factors influencing term deposit subscriptions.</a:t>
          </a:r>
          <a:endParaRPr lang="en-US">
            <a:latin typeface="Univers"/>
          </a:endParaRPr>
        </a:p>
      </dgm:t>
    </dgm:pt>
    <dgm:pt modelId="{522208BC-4DB1-4EC3-8B71-A69DFAD7F04B}" type="parTrans" cxnId="{5173A94C-D50B-4BA8-A848-A1904F7BEDD5}">
      <dgm:prSet/>
      <dgm:spPr/>
    </dgm:pt>
    <dgm:pt modelId="{BD5BBD63-3A94-4856-9574-8ECA1FD68747}" type="sibTrans" cxnId="{5173A94C-D50B-4BA8-A848-A1904F7BEDD5}">
      <dgm:prSet/>
      <dgm:spPr/>
      <dgm:t>
        <a:bodyPr/>
        <a:lstStyle/>
        <a:p>
          <a:endParaRPr lang="en-US"/>
        </a:p>
      </dgm:t>
    </dgm:pt>
    <dgm:pt modelId="{7C59F00B-60B2-4BC6-8DAD-1FAE1DD29C1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Preparation</a:t>
          </a:r>
          <a:r>
            <a:rPr lang="en-US"/>
            <a:t>: Conducted data cleaning, feature engineering, and preprocessing, including handling missing values, encoding categorical variables, and applying class balancing techniques for the target variable.</a:t>
          </a:r>
          <a:endParaRPr lang="en-US">
            <a:latin typeface="Univers"/>
          </a:endParaRPr>
        </a:p>
      </dgm:t>
    </dgm:pt>
    <dgm:pt modelId="{895E15B9-FCA2-4347-84A0-ED41C92237D4}" type="parTrans" cxnId="{216084A9-D0A8-47E1-8437-9353B872C0DF}">
      <dgm:prSet/>
      <dgm:spPr/>
    </dgm:pt>
    <dgm:pt modelId="{AF3E8A6A-20D4-436E-A7BA-569B0DE5A162}" type="sibTrans" cxnId="{216084A9-D0A8-47E1-8437-9353B872C0DF}">
      <dgm:prSet/>
      <dgm:spPr/>
    </dgm:pt>
    <dgm:pt modelId="{102A626C-4F3D-417F-941B-A09AE9411D69}" type="pres">
      <dgm:prSet presAssocID="{E11CB0B6-6EFC-4715-9AAF-A111B4781A03}" presName="root" presStyleCnt="0">
        <dgm:presLayoutVars>
          <dgm:dir/>
          <dgm:resizeHandles val="exact"/>
        </dgm:presLayoutVars>
      </dgm:prSet>
      <dgm:spPr/>
    </dgm:pt>
    <dgm:pt modelId="{88B5E55C-4976-44BE-9C7C-AEDC240A055E}" type="pres">
      <dgm:prSet presAssocID="{1CE04ACC-C6DA-419A-AAD1-AB967240D60D}" presName="compNode" presStyleCnt="0"/>
      <dgm:spPr/>
    </dgm:pt>
    <dgm:pt modelId="{C632D2A2-F793-418E-A73B-D5831908FCDD}" type="pres">
      <dgm:prSet presAssocID="{1CE04ACC-C6DA-419A-AAD1-AB967240D60D}" presName="bgRect" presStyleLbl="bgShp" presStyleIdx="0" presStyleCnt="4"/>
      <dgm:spPr/>
    </dgm:pt>
    <dgm:pt modelId="{AAEB98DB-DB7C-4598-AC0C-1C54F2B9BC93}" type="pres">
      <dgm:prSet presAssocID="{1CE04ACC-C6DA-419A-AAD1-AB967240D6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7A32AC1-0515-43C8-8DFC-DE92E6E841C6}" type="pres">
      <dgm:prSet presAssocID="{1CE04ACC-C6DA-419A-AAD1-AB967240D60D}" presName="spaceRect" presStyleCnt="0"/>
      <dgm:spPr/>
    </dgm:pt>
    <dgm:pt modelId="{0DAD4668-F9CB-4B21-A726-383C9EB9E365}" type="pres">
      <dgm:prSet presAssocID="{1CE04ACC-C6DA-419A-AAD1-AB967240D60D}" presName="parTx" presStyleLbl="revTx" presStyleIdx="0" presStyleCnt="4">
        <dgm:presLayoutVars>
          <dgm:chMax val="0"/>
          <dgm:chPref val="0"/>
        </dgm:presLayoutVars>
      </dgm:prSet>
      <dgm:spPr/>
    </dgm:pt>
    <dgm:pt modelId="{A4029A47-0B46-4422-AABE-8A22C63766D5}" type="pres">
      <dgm:prSet presAssocID="{F4794498-717D-473B-A5FE-DCE167A909AF}" presName="sibTrans" presStyleCnt="0"/>
      <dgm:spPr/>
    </dgm:pt>
    <dgm:pt modelId="{325CD10F-CEF2-44F8-94BF-A07F6F1AB959}" type="pres">
      <dgm:prSet presAssocID="{65C7E8F4-48F8-43F2-82BD-A9607D47A441}" presName="compNode" presStyleCnt="0"/>
      <dgm:spPr/>
    </dgm:pt>
    <dgm:pt modelId="{BDB56AFC-61A1-4542-B170-CD2983BBF11F}" type="pres">
      <dgm:prSet presAssocID="{65C7E8F4-48F8-43F2-82BD-A9607D47A441}" presName="bgRect" presStyleLbl="bgShp" presStyleIdx="1" presStyleCnt="4"/>
      <dgm:spPr/>
    </dgm:pt>
    <dgm:pt modelId="{8CA1CD43-368E-4527-9297-8D5EF7CD2D58}" type="pres">
      <dgm:prSet presAssocID="{65C7E8F4-48F8-43F2-82BD-A9607D47A4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D8C4F93-9408-4406-A234-D5A4A8F9821D}" type="pres">
      <dgm:prSet presAssocID="{65C7E8F4-48F8-43F2-82BD-A9607D47A441}" presName="spaceRect" presStyleCnt="0"/>
      <dgm:spPr/>
    </dgm:pt>
    <dgm:pt modelId="{DBE00C24-C22E-4DE0-B5DD-5EE9CAA08784}" type="pres">
      <dgm:prSet presAssocID="{65C7E8F4-48F8-43F2-82BD-A9607D47A441}" presName="parTx" presStyleLbl="revTx" presStyleIdx="1" presStyleCnt="4">
        <dgm:presLayoutVars>
          <dgm:chMax val="0"/>
          <dgm:chPref val="0"/>
        </dgm:presLayoutVars>
      </dgm:prSet>
      <dgm:spPr/>
    </dgm:pt>
    <dgm:pt modelId="{62595EF2-0529-409F-AF4A-031C2A797DBA}" type="pres">
      <dgm:prSet presAssocID="{556DEF06-25B3-4A0A-AACB-9B85A8FBD02B}" presName="sibTrans" presStyleCnt="0"/>
      <dgm:spPr/>
    </dgm:pt>
    <dgm:pt modelId="{6D0A41AB-5FE9-4FE3-9FF7-E9B31711D784}" type="pres">
      <dgm:prSet presAssocID="{DC9BF8C3-8D3A-4C52-826F-63D5BA4590A5}" presName="compNode" presStyleCnt="0"/>
      <dgm:spPr/>
    </dgm:pt>
    <dgm:pt modelId="{D43AF30B-4056-4548-BB08-1C5770A7CB77}" type="pres">
      <dgm:prSet presAssocID="{DC9BF8C3-8D3A-4C52-826F-63D5BA4590A5}" presName="bgRect" presStyleLbl="bgShp" presStyleIdx="2" presStyleCnt="4"/>
      <dgm:spPr/>
    </dgm:pt>
    <dgm:pt modelId="{2A17C7B0-7516-4D9C-A286-60C438A008AC}" type="pres">
      <dgm:prSet presAssocID="{DC9BF8C3-8D3A-4C52-826F-63D5BA4590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C0E88E58-078F-475A-99AF-35C90C071E70}" type="pres">
      <dgm:prSet presAssocID="{DC9BF8C3-8D3A-4C52-826F-63D5BA4590A5}" presName="spaceRect" presStyleCnt="0"/>
      <dgm:spPr/>
    </dgm:pt>
    <dgm:pt modelId="{DB587B17-E55B-4CF2-915A-EF589DE95F90}" type="pres">
      <dgm:prSet presAssocID="{DC9BF8C3-8D3A-4C52-826F-63D5BA4590A5}" presName="parTx" presStyleLbl="revTx" presStyleIdx="2" presStyleCnt="4">
        <dgm:presLayoutVars>
          <dgm:chMax val="0"/>
          <dgm:chPref val="0"/>
        </dgm:presLayoutVars>
      </dgm:prSet>
      <dgm:spPr/>
    </dgm:pt>
    <dgm:pt modelId="{DF151703-740A-4BC6-932D-0293496C3C34}" type="pres">
      <dgm:prSet presAssocID="{BD5BBD63-3A94-4856-9574-8ECA1FD68747}" presName="sibTrans" presStyleCnt="0"/>
      <dgm:spPr/>
    </dgm:pt>
    <dgm:pt modelId="{28415BA2-D792-43D4-AC54-C264A82768E4}" type="pres">
      <dgm:prSet presAssocID="{7C59F00B-60B2-4BC6-8DAD-1FAE1DD29C19}" presName="compNode" presStyleCnt="0"/>
      <dgm:spPr/>
    </dgm:pt>
    <dgm:pt modelId="{3D4E230F-660E-4AF0-8D9C-E93D0DD5337E}" type="pres">
      <dgm:prSet presAssocID="{7C59F00B-60B2-4BC6-8DAD-1FAE1DD29C19}" presName="bgRect" presStyleLbl="bgShp" presStyleIdx="3" presStyleCnt="4"/>
      <dgm:spPr/>
    </dgm:pt>
    <dgm:pt modelId="{F601F5DA-1037-49D2-9DA3-5C1684C7427F}" type="pres">
      <dgm:prSet presAssocID="{7C59F00B-60B2-4BC6-8DAD-1FAE1DD29C1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4253389-1AEF-4FC5-BE6B-DB700EA1324D}" type="pres">
      <dgm:prSet presAssocID="{7C59F00B-60B2-4BC6-8DAD-1FAE1DD29C19}" presName="spaceRect" presStyleCnt="0"/>
      <dgm:spPr/>
    </dgm:pt>
    <dgm:pt modelId="{5F4A049E-CF92-4240-8A2B-9C1DD493FDF4}" type="pres">
      <dgm:prSet presAssocID="{7C59F00B-60B2-4BC6-8DAD-1FAE1DD29C1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152A25-3964-4E22-8D15-419C829DF951}" type="presOf" srcId="{7C59F00B-60B2-4BC6-8DAD-1FAE1DD29C19}" destId="{5F4A049E-CF92-4240-8A2B-9C1DD493FDF4}" srcOrd="0" destOrd="0" presId="urn:microsoft.com/office/officeart/2018/2/layout/IconVerticalSolidList"/>
    <dgm:cxn modelId="{A826624B-1491-4DEF-BBCD-523C8C9D7A1D}" type="presOf" srcId="{E11CB0B6-6EFC-4715-9AAF-A111B4781A03}" destId="{102A626C-4F3D-417F-941B-A09AE9411D69}" srcOrd="0" destOrd="0" presId="urn:microsoft.com/office/officeart/2018/2/layout/IconVerticalSolidList"/>
    <dgm:cxn modelId="{5173A94C-D50B-4BA8-A848-A1904F7BEDD5}" srcId="{E11CB0B6-6EFC-4715-9AAF-A111B4781A03}" destId="{DC9BF8C3-8D3A-4C52-826F-63D5BA4590A5}" srcOrd="2" destOrd="0" parTransId="{522208BC-4DB1-4EC3-8B71-A69DFAD7F04B}" sibTransId="{BD5BBD63-3A94-4856-9574-8ECA1FD68747}"/>
    <dgm:cxn modelId="{95BAF371-EEEF-4A75-B713-B445A803334A}" type="presOf" srcId="{1CE04ACC-C6DA-419A-AAD1-AB967240D60D}" destId="{0DAD4668-F9CB-4B21-A726-383C9EB9E365}" srcOrd="0" destOrd="0" presId="urn:microsoft.com/office/officeart/2018/2/layout/IconVerticalSolidList"/>
    <dgm:cxn modelId="{FD0E9699-C76C-44DF-9E96-E1080FB38B05}" srcId="{E11CB0B6-6EFC-4715-9AAF-A111B4781A03}" destId="{65C7E8F4-48F8-43F2-82BD-A9607D47A441}" srcOrd="1" destOrd="0" parTransId="{CC372241-8542-4F20-8A9E-4302B310B139}" sibTransId="{556DEF06-25B3-4A0A-AACB-9B85A8FBD02B}"/>
    <dgm:cxn modelId="{EAB908A8-0E6C-4275-B080-E9BBA0117DF5}" type="presOf" srcId="{65C7E8F4-48F8-43F2-82BD-A9607D47A441}" destId="{DBE00C24-C22E-4DE0-B5DD-5EE9CAA08784}" srcOrd="0" destOrd="0" presId="urn:microsoft.com/office/officeart/2018/2/layout/IconVerticalSolidList"/>
    <dgm:cxn modelId="{216084A9-D0A8-47E1-8437-9353B872C0DF}" srcId="{E11CB0B6-6EFC-4715-9AAF-A111B4781A03}" destId="{7C59F00B-60B2-4BC6-8DAD-1FAE1DD29C19}" srcOrd="3" destOrd="0" parTransId="{895E15B9-FCA2-4347-84A0-ED41C92237D4}" sibTransId="{AF3E8A6A-20D4-436E-A7BA-569B0DE5A162}"/>
    <dgm:cxn modelId="{9E71DDE9-A815-4D68-BC1C-97A82C0C659C}" srcId="{E11CB0B6-6EFC-4715-9AAF-A111B4781A03}" destId="{1CE04ACC-C6DA-419A-AAD1-AB967240D60D}" srcOrd="0" destOrd="0" parTransId="{4208FE72-E6CB-4035-B992-7A76BBFE33A8}" sibTransId="{F4794498-717D-473B-A5FE-DCE167A909AF}"/>
    <dgm:cxn modelId="{6B333FFA-AE0C-48A1-8235-3D7204C4FB8D}" type="presOf" srcId="{DC9BF8C3-8D3A-4C52-826F-63D5BA4590A5}" destId="{DB587B17-E55B-4CF2-915A-EF589DE95F90}" srcOrd="0" destOrd="0" presId="urn:microsoft.com/office/officeart/2018/2/layout/IconVerticalSolidList"/>
    <dgm:cxn modelId="{CD6E0177-439E-420E-AED8-D1CF946E7CC0}" type="presParOf" srcId="{102A626C-4F3D-417F-941B-A09AE9411D69}" destId="{88B5E55C-4976-44BE-9C7C-AEDC240A055E}" srcOrd="0" destOrd="0" presId="urn:microsoft.com/office/officeart/2018/2/layout/IconVerticalSolidList"/>
    <dgm:cxn modelId="{712FE19F-E310-4A8C-A91B-9CDDAC0804BC}" type="presParOf" srcId="{88B5E55C-4976-44BE-9C7C-AEDC240A055E}" destId="{C632D2A2-F793-418E-A73B-D5831908FCDD}" srcOrd="0" destOrd="0" presId="urn:microsoft.com/office/officeart/2018/2/layout/IconVerticalSolidList"/>
    <dgm:cxn modelId="{E34A3890-4C7A-4918-9D22-E82B5F4ED939}" type="presParOf" srcId="{88B5E55C-4976-44BE-9C7C-AEDC240A055E}" destId="{AAEB98DB-DB7C-4598-AC0C-1C54F2B9BC93}" srcOrd="1" destOrd="0" presId="urn:microsoft.com/office/officeart/2018/2/layout/IconVerticalSolidList"/>
    <dgm:cxn modelId="{9E5A8A75-3E00-4430-8104-20274BD7DF48}" type="presParOf" srcId="{88B5E55C-4976-44BE-9C7C-AEDC240A055E}" destId="{17A32AC1-0515-43C8-8DFC-DE92E6E841C6}" srcOrd="2" destOrd="0" presId="urn:microsoft.com/office/officeart/2018/2/layout/IconVerticalSolidList"/>
    <dgm:cxn modelId="{377C53AF-874D-415F-8A26-48A1D99696D3}" type="presParOf" srcId="{88B5E55C-4976-44BE-9C7C-AEDC240A055E}" destId="{0DAD4668-F9CB-4B21-A726-383C9EB9E365}" srcOrd="3" destOrd="0" presId="urn:microsoft.com/office/officeart/2018/2/layout/IconVerticalSolidList"/>
    <dgm:cxn modelId="{A507BB42-5E70-4ACF-A0FD-6D0CC95DED92}" type="presParOf" srcId="{102A626C-4F3D-417F-941B-A09AE9411D69}" destId="{A4029A47-0B46-4422-AABE-8A22C63766D5}" srcOrd="1" destOrd="0" presId="urn:microsoft.com/office/officeart/2018/2/layout/IconVerticalSolidList"/>
    <dgm:cxn modelId="{F96A2FF3-D634-4F4D-B858-197141BC7266}" type="presParOf" srcId="{102A626C-4F3D-417F-941B-A09AE9411D69}" destId="{325CD10F-CEF2-44F8-94BF-A07F6F1AB959}" srcOrd="2" destOrd="0" presId="urn:microsoft.com/office/officeart/2018/2/layout/IconVerticalSolidList"/>
    <dgm:cxn modelId="{C7F27969-5D3D-4DC2-A4CD-B3E227EC844A}" type="presParOf" srcId="{325CD10F-CEF2-44F8-94BF-A07F6F1AB959}" destId="{BDB56AFC-61A1-4542-B170-CD2983BBF11F}" srcOrd="0" destOrd="0" presId="urn:microsoft.com/office/officeart/2018/2/layout/IconVerticalSolidList"/>
    <dgm:cxn modelId="{BAA3FA46-543C-4B9D-BDDD-043DD1E8ED88}" type="presParOf" srcId="{325CD10F-CEF2-44F8-94BF-A07F6F1AB959}" destId="{8CA1CD43-368E-4527-9297-8D5EF7CD2D58}" srcOrd="1" destOrd="0" presId="urn:microsoft.com/office/officeart/2018/2/layout/IconVerticalSolidList"/>
    <dgm:cxn modelId="{B9DF96F1-A52C-4340-A631-759A577E32AA}" type="presParOf" srcId="{325CD10F-CEF2-44F8-94BF-A07F6F1AB959}" destId="{BD8C4F93-9408-4406-A234-D5A4A8F9821D}" srcOrd="2" destOrd="0" presId="urn:microsoft.com/office/officeart/2018/2/layout/IconVerticalSolidList"/>
    <dgm:cxn modelId="{0C4E485D-6918-4E0B-BB9E-465A8C6FB5EE}" type="presParOf" srcId="{325CD10F-CEF2-44F8-94BF-A07F6F1AB959}" destId="{DBE00C24-C22E-4DE0-B5DD-5EE9CAA08784}" srcOrd="3" destOrd="0" presId="urn:microsoft.com/office/officeart/2018/2/layout/IconVerticalSolidList"/>
    <dgm:cxn modelId="{2686AD09-765A-4E92-BEF2-4F8155A5D5C3}" type="presParOf" srcId="{102A626C-4F3D-417F-941B-A09AE9411D69}" destId="{62595EF2-0529-409F-AF4A-031C2A797DBA}" srcOrd="3" destOrd="0" presId="urn:microsoft.com/office/officeart/2018/2/layout/IconVerticalSolidList"/>
    <dgm:cxn modelId="{E347B50E-4F4E-42B3-9637-12884A108221}" type="presParOf" srcId="{102A626C-4F3D-417F-941B-A09AE9411D69}" destId="{6D0A41AB-5FE9-4FE3-9FF7-E9B31711D784}" srcOrd="4" destOrd="0" presId="urn:microsoft.com/office/officeart/2018/2/layout/IconVerticalSolidList"/>
    <dgm:cxn modelId="{152122C5-470C-4600-A728-BFE8A940DC3C}" type="presParOf" srcId="{6D0A41AB-5FE9-4FE3-9FF7-E9B31711D784}" destId="{D43AF30B-4056-4548-BB08-1C5770A7CB77}" srcOrd="0" destOrd="0" presId="urn:microsoft.com/office/officeart/2018/2/layout/IconVerticalSolidList"/>
    <dgm:cxn modelId="{E0833D54-71ED-44FD-A2A3-3E8622D2810E}" type="presParOf" srcId="{6D0A41AB-5FE9-4FE3-9FF7-E9B31711D784}" destId="{2A17C7B0-7516-4D9C-A286-60C438A008AC}" srcOrd="1" destOrd="0" presId="urn:microsoft.com/office/officeart/2018/2/layout/IconVerticalSolidList"/>
    <dgm:cxn modelId="{DDAA6756-C126-487D-AFFD-AA98CDF21803}" type="presParOf" srcId="{6D0A41AB-5FE9-4FE3-9FF7-E9B31711D784}" destId="{C0E88E58-078F-475A-99AF-35C90C071E70}" srcOrd="2" destOrd="0" presId="urn:microsoft.com/office/officeart/2018/2/layout/IconVerticalSolidList"/>
    <dgm:cxn modelId="{E19CBDA3-827D-4F95-832A-72B3AA848816}" type="presParOf" srcId="{6D0A41AB-5FE9-4FE3-9FF7-E9B31711D784}" destId="{DB587B17-E55B-4CF2-915A-EF589DE95F90}" srcOrd="3" destOrd="0" presId="urn:microsoft.com/office/officeart/2018/2/layout/IconVerticalSolidList"/>
    <dgm:cxn modelId="{1392E5D2-89A6-4D2E-A13B-5BD03CB95825}" type="presParOf" srcId="{102A626C-4F3D-417F-941B-A09AE9411D69}" destId="{DF151703-740A-4BC6-932D-0293496C3C34}" srcOrd="5" destOrd="0" presId="urn:microsoft.com/office/officeart/2018/2/layout/IconVerticalSolidList"/>
    <dgm:cxn modelId="{B711F3B5-37FD-46F5-9339-8449AEF7F65F}" type="presParOf" srcId="{102A626C-4F3D-417F-941B-A09AE9411D69}" destId="{28415BA2-D792-43D4-AC54-C264A82768E4}" srcOrd="6" destOrd="0" presId="urn:microsoft.com/office/officeart/2018/2/layout/IconVerticalSolidList"/>
    <dgm:cxn modelId="{0E85D0C2-9401-4FB6-8A40-97CC3619BA59}" type="presParOf" srcId="{28415BA2-D792-43D4-AC54-C264A82768E4}" destId="{3D4E230F-660E-4AF0-8D9C-E93D0DD5337E}" srcOrd="0" destOrd="0" presId="urn:microsoft.com/office/officeart/2018/2/layout/IconVerticalSolidList"/>
    <dgm:cxn modelId="{925675E9-C975-4477-9910-BADA05AB8C83}" type="presParOf" srcId="{28415BA2-D792-43D4-AC54-C264A82768E4}" destId="{F601F5DA-1037-49D2-9DA3-5C1684C7427F}" srcOrd="1" destOrd="0" presId="urn:microsoft.com/office/officeart/2018/2/layout/IconVerticalSolidList"/>
    <dgm:cxn modelId="{F882CCC7-8745-413C-921C-7A8004894FB7}" type="presParOf" srcId="{28415BA2-D792-43D4-AC54-C264A82768E4}" destId="{D4253389-1AEF-4FC5-BE6B-DB700EA1324D}" srcOrd="2" destOrd="0" presId="urn:microsoft.com/office/officeart/2018/2/layout/IconVerticalSolidList"/>
    <dgm:cxn modelId="{49BA3D94-923A-4284-B374-039DF6D7C4A4}" type="presParOf" srcId="{28415BA2-D792-43D4-AC54-C264A82768E4}" destId="{5F4A049E-CF92-4240-8A2B-9C1DD493FD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F977D8-2561-423A-BC1B-B4AC14C0E5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67BCF3-CA6D-48D7-A23B-64522531535C}">
      <dgm:prSet/>
      <dgm:spPr/>
      <dgm:t>
        <a:bodyPr/>
        <a:lstStyle/>
        <a:p>
          <a:r>
            <a:rPr lang="en-US"/>
            <a:t>Duration (0.405) shows a strong positive correlation with subscription (y).</a:t>
          </a:r>
        </a:p>
      </dgm:t>
    </dgm:pt>
    <dgm:pt modelId="{7672A17F-01A3-4576-94CE-CABF31475A73}" type="parTrans" cxnId="{8F120823-B0B1-4616-9299-0B4145AD20EE}">
      <dgm:prSet/>
      <dgm:spPr/>
      <dgm:t>
        <a:bodyPr/>
        <a:lstStyle/>
        <a:p>
          <a:endParaRPr lang="en-US"/>
        </a:p>
      </dgm:t>
    </dgm:pt>
    <dgm:pt modelId="{BEEDF3F0-D377-4BF1-B5C8-7FCB4D1AD89D}" type="sibTrans" cxnId="{8F120823-B0B1-4616-9299-0B4145AD20EE}">
      <dgm:prSet/>
      <dgm:spPr/>
      <dgm:t>
        <a:bodyPr/>
        <a:lstStyle/>
        <a:p>
          <a:endParaRPr lang="en-US"/>
        </a:p>
      </dgm:t>
    </dgm:pt>
    <dgm:pt modelId="{8AE7A3C7-BED2-42D8-AB42-3E0BBEEACDD7}">
      <dgm:prSet/>
      <dgm:spPr/>
      <dgm:t>
        <a:bodyPr/>
        <a:lstStyle/>
        <a:p>
          <a:r>
            <a:rPr lang="en-US"/>
            <a:t>Longer calls tend to significantly increase the chances of a subscription.</a:t>
          </a:r>
        </a:p>
      </dgm:t>
    </dgm:pt>
    <dgm:pt modelId="{5A13C25D-A903-4032-8F1E-62D6C89A247C}" type="parTrans" cxnId="{9FB6FBF8-CDC7-48BF-8813-7708DEC85DE8}">
      <dgm:prSet/>
      <dgm:spPr/>
      <dgm:t>
        <a:bodyPr/>
        <a:lstStyle/>
        <a:p>
          <a:endParaRPr lang="en-US"/>
        </a:p>
      </dgm:t>
    </dgm:pt>
    <dgm:pt modelId="{18363189-64BB-404F-AA79-23ABD216652E}" type="sibTrans" cxnId="{9FB6FBF8-CDC7-48BF-8813-7708DEC85DE8}">
      <dgm:prSet/>
      <dgm:spPr/>
      <dgm:t>
        <a:bodyPr/>
        <a:lstStyle/>
        <a:p>
          <a:endParaRPr lang="en-US"/>
        </a:p>
      </dgm:t>
    </dgm:pt>
    <dgm:pt modelId="{21D51795-B430-404B-9D2F-9D7D53583634}">
      <dgm:prSet/>
      <dgm:spPr/>
      <dgm:t>
        <a:bodyPr/>
        <a:lstStyle/>
        <a:p>
          <a:r>
            <a:rPr lang="en-US" err="1"/>
            <a:t>Emp_var_rate</a:t>
          </a:r>
          <a:r>
            <a:rPr lang="en-US"/>
            <a:t>, euribor_3m, and </a:t>
          </a:r>
          <a:r>
            <a:rPr lang="en-US" err="1"/>
            <a:t>nr_employed</a:t>
          </a:r>
          <a:r>
            <a:rPr lang="en-US"/>
            <a:t> exhibit negative correlations with subscription (y).</a:t>
          </a:r>
        </a:p>
      </dgm:t>
    </dgm:pt>
    <dgm:pt modelId="{C6E190B4-6C1D-47DD-A672-8DEAAF75707C}" type="parTrans" cxnId="{5DDC3DE6-6552-4DDB-8537-97C6E9007E85}">
      <dgm:prSet/>
      <dgm:spPr/>
      <dgm:t>
        <a:bodyPr/>
        <a:lstStyle/>
        <a:p>
          <a:endParaRPr lang="en-US"/>
        </a:p>
      </dgm:t>
    </dgm:pt>
    <dgm:pt modelId="{3FE970C5-DD05-4D5B-BF11-5740E39F8B67}" type="sibTrans" cxnId="{5DDC3DE6-6552-4DDB-8537-97C6E9007E85}">
      <dgm:prSet/>
      <dgm:spPr/>
      <dgm:t>
        <a:bodyPr/>
        <a:lstStyle/>
        <a:p>
          <a:endParaRPr lang="en-US"/>
        </a:p>
      </dgm:t>
    </dgm:pt>
    <dgm:pt modelId="{AA59F81F-3EC5-4CF2-940C-FFA8CFF9A028}">
      <dgm:prSet/>
      <dgm:spPr/>
      <dgm:t>
        <a:bodyPr/>
        <a:lstStyle/>
        <a:p>
          <a:r>
            <a:rPr lang="en-US"/>
            <a:t>Economic stability, indicated by lower rates and higher employment figures, positively influences subscription rates.</a:t>
          </a:r>
        </a:p>
      </dgm:t>
    </dgm:pt>
    <dgm:pt modelId="{77890E96-81BF-4956-9DCD-729B67DE9339}" type="parTrans" cxnId="{5D0973F0-14D6-4074-AC5D-0CD43229D509}">
      <dgm:prSet/>
      <dgm:spPr/>
      <dgm:t>
        <a:bodyPr/>
        <a:lstStyle/>
        <a:p>
          <a:endParaRPr lang="en-US"/>
        </a:p>
      </dgm:t>
    </dgm:pt>
    <dgm:pt modelId="{E1624AFC-3D90-4D62-ABBF-751B525330AB}" type="sibTrans" cxnId="{5D0973F0-14D6-4074-AC5D-0CD43229D509}">
      <dgm:prSet/>
      <dgm:spPr/>
      <dgm:t>
        <a:bodyPr/>
        <a:lstStyle/>
        <a:p>
          <a:endParaRPr lang="en-US"/>
        </a:p>
      </dgm:t>
    </dgm:pt>
    <dgm:pt modelId="{578511A6-7765-4979-B7BF-CF8C13D4852B}">
      <dgm:prSet/>
      <dgm:spPr/>
      <dgm:t>
        <a:bodyPr/>
        <a:lstStyle/>
        <a:p>
          <a:r>
            <a:rPr lang="en-US"/>
            <a:t>Previous contacts (0.230) show a moderate positive correlation with subscription (y).</a:t>
          </a:r>
        </a:p>
      </dgm:t>
    </dgm:pt>
    <dgm:pt modelId="{1C80E60F-E21B-4F9F-BADE-3A4777B809D7}" type="parTrans" cxnId="{82B677F5-DA17-4B57-A0FD-BA49F0222A7C}">
      <dgm:prSet/>
      <dgm:spPr/>
      <dgm:t>
        <a:bodyPr/>
        <a:lstStyle/>
        <a:p>
          <a:endParaRPr lang="en-US"/>
        </a:p>
      </dgm:t>
    </dgm:pt>
    <dgm:pt modelId="{FCFD5963-AB90-4688-94E9-0CBBE730A6CB}" type="sibTrans" cxnId="{82B677F5-DA17-4B57-A0FD-BA49F0222A7C}">
      <dgm:prSet/>
      <dgm:spPr/>
      <dgm:t>
        <a:bodyPr/>
        <a:lstStyle/>
        <a:p>
          <a:endParaRPr lang="en-US"/>
        </a:p>
      </dgm:t>
    </dgm:pt>
    <dgm:pt modelId="{0869AF0F-2D04-4CF8-8AF7-8281B72372EA}">
      <dgm:prSet/>
      <dgm:spPr/>
      <dgm:t>
        <a:bodyPr/>
        <a:lstStyle/>
        <a:p>
          <a:r>
            <a:rPr lang="en-US"/>
            <a:t>Having had multiple contacts in the past enhances the probability of a subscription.</a:t>
          </a:r>
        </a:p>
      </dgm:t>
    </dgm:pt>
    <dgm:pt modelId="{92AC20EB-066F-440D-AFFE-BED9F24267E2}" type="parTrans" cxnId="{5513B713-47AF-4729-BDBE-1F5CBE5421F1}">
      <dgm:prSet/>
      <dgm:spPr/>
      <dgm:t>
        <a:bodyPr/>
        <a:lstStyle/>
        <a:p>
          <a:endParaRPr lang="en-US"/>
        </a:p>
      </dgm:t>
    </dgm:pt>
    <dgm:pt modelId="{B40CC901-8C73-4B4B-92E4-FDBFC99B9FC4}" type="sibTrans" cxnId="{5513B713-47AF-4729-BDBE-1F5CBE5421F1}">
      <dgm:prSet/>
      <dgm:spPr/>
      <dgm:t>
        <a:bodyPr/>
        <a:lstStyle/>
        <a:p>
          <a:endParaRPr lang="en-US"/>
        </a:p>
      </dgm:t>
    </dgm:pt>
    <dgm:pt modelId="{E5CCB047-13D1-4A73-9E8C-386CE851EE28}" type="pres">
      <dgm:prSet presAssocID="{A0F977D8-2561-423A-BC1B-B4AC14C0E51C}" presName="linear" presStyleCnt="0">
        <dgm:presLayoutVars>
          <dgm:animLvl val="lvl"/>
          <dgm:resizeHandles val="exact"/>
        </dgm:presLayoutVars>
      </dgm:prSet>
      <dgm:spPr/>
    </dgm:pt>
    <dgm:pt modelId="{09DD5108-B954-4184-AE98-A447523FBFBB}" type="pres">
      <dgm:prSet presAssocID="{E967BCF3-CA6D-48D7-A23B-64522531535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2AE9C50-F46B-415C-840D-F276FD796479}" type="pres">
      <dgm:prSet presAssocID="{BEEDF3F0-D377-4BF1-B5C8-7FCB4D1AD89D}" presName="spacer" presStyleCnt="0"/>
      <dgm:spPr/>
    </dgm:pt>
    <dgm:pt modelId="{4CF6E52F-A1A0-4FD8-9873-9E491034ADBF}" type="pres">
      <dgm:prSet presAssocID="{8AE7A3C7-BED2-42D8-AB42-3E0BBEEACDD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14EE793-194B-4EC8-8481-E75C827C75BF}" type="pres">
      <dgm:prSet presAssocID="{18363189-64BB-404F-AA79-23ABD216652E}" presName="spacer" presStyleCnt="0"/>
      <dgm:spPr/>
    </dgm:pt>
    <dgm:pt modelId="{6376F045-1C3F-46B5-BD1F-8BB787E5BDFB}" type="pres">
      <dgm:prSet presAssocID="{21D51795-B430-404B-9D2F-9D7D5358363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610772-8809-4CFE-9F73-EC158064D132}" type="pres">
      <dgm:prSet presAssocID="{3FE970C5-DD05-4D5B-BF11-5740E39F8B67}" presName="spacer" presStyleCnt="0"/>
      <dgm:spPr/>
    </dgm:pt>
    <dgm:pt modelId="{BD0CE620-4598-479B-9EFF-46B22B2D2ADB}" type="pres">
      <dgm:prSet presAssocID="{AA59F81F-3EC5-4CF2-940C-FFA8CFF9A02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B818DD9-0842-416F-9B52-C7330C1EA4BC}" type="pres">
      <dgm:prSet presAssocID="{E1624AFC-3D90-4D62-ABBF-751B525330AB}" presName="spacer" presStyleCnt="0"/>
      <dgm:spPr/>
    </dgm:pt>
    <dgm:pt modelId="{4585D66A-4835-45F9-BE8B-7A24BB99A916}" type="pres">
      <dgm:prSet presAssocID="{578511A6-7765-4979-B7BF-CF8C13D4852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FDEEF23-2D91-4B94-8B72-11170786C858}" type="pres">
      <dgm:prSet presAssocID="{FCFD5963-AB90-4688-94E9-0CBBE730A6CB}" presName="spacer" presStyleCnt="0"/>
      <dgm:spPr/>
    </dgm:pt>
    <dgm:pt modelId="{68E68217-84B8-4D51-9F29-60B8387C6D19}" type="pres">
      <dgm:prSet presAssocID="{0869AF0F-2D04-4CF8-8AF7-8281B72372E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513B713-47AF-4729-BDBE-1F5CBE5421F1}" srcId="{A0F977D8-2561-423A-BC1B-B4AC14C0E51C}" destId="{0869AF0F-2D04-4CF8-8AF7-8281B72372EA}" srcOrd="5" destOrd="0" parTransId="{92AC20EB-066F-440D-AFFE-BED9F24267E2}" sibTransId="{B40CC901-8C73-4B4B-92E4-FDBFC99B9FC4}"/>
    <dgm:cxn modelId="{D56A501A-450B-4B49-AE9F-722599740347}" type="presOf" srcId="{E967BCF3-CA6D-48D7-A23B-64522531535C}" destId="{09DD5108-B954-4184-AE98-A447523FBFBB}" srcOrd="0" destOrd="0" presId="urn:microsoft.com/office/officeart/2005/8/layout/vList2"/>
    <dgm:cxn modelId="{8F120823-B0B1-4616-9299-0B4145AD20EE}" srcId="{A0F977D8-2561-423A-BC1B-B4AC14C0E51C}" destId="{E967BCF3-CA6D-48D7-A23B-64522531535C}" srcOrd="0" destOrd="0" parTransId="{7672A17F-01A3-4576-94CE-CABF31475A73}" sibTransId="{BEEDF3F0-D377-4BF1-B5C8-7FCB4D1AD89D}"/>
    <dgm:cxn modelId="{6AEDB925-D875-4590-8E54-F0AA22B8C28D}" type="presOf" srcId="{578511A6-7765-4979-B7BF-CF8C13D4852B}" destId="{4585D66A-4835-45F9-BE8B-7A24BB99A916}" srcOrd="0" destOrd="0" presId="urn:microsoft.com/office/officeart/2005/8/layout/vList2"/>
    <dgm:cxn modelId="{8B20D326-AEE6-4EF4-A366-9BFAE6C7C751}" type="presOf" srcId="{0869AF0F-2D04-4CF8-8AF7-8281B72372EA}" destId="{68E68217-84B8-4D51-9F29-60B8387C6D19}" srcOrd="0" destOrd="0" presId="urn:microsoft.com/office/officeart/2005/8/layout/vList2"/>
    <dgm:cxn modelId="{4E50413D-DFDC-4D37-A8F9-37B97AFBB4B3}" type="presOf" srcId="{A0F977D8-2561-423A-BC1B-B4AC14C0E51C}" destId="{E5CCB047-13D1-4A73-9E8C-386CE851EE28}" srcOrd="0" destOrd="0" presId="urn:microsoft.com/office/officeart/2005/8/layout/vList2"/>
    <dgm:cxn modelId="{E3632D4D-15D8-4222-B70E-5115F14E348C}" type="presOf" srcId="{8AE7A3C7-BED2-42D8-AB42-3E0BBEEACDD7}" destId="{4CF6E52F-A1A0-4FD8-9873-9E491034ADBF}" srcOrd="0" destOrd="0" presId="urn:microsoft.com/office/officeart/2005/8/layout/vList2"/>
    <dgm:cxn modelId="{74A4627A-2B01-4748-96CB-4450683DFABB}" type="presOf" srcId="{AA59F81F-3EC5-4CF2-940C-FFA8CFF9A028}" destId="{BD0CE620-4598-479B-9EFF-46B22B2D2ADB}" srcOrd="0" destOrd="0" presId="urn:microsoft.com/office/officeart/2005/8/layout/vList2"/>
    <dgm:cxn modelId="{5DDC3DE6-6552-4DDB-8537-97C6E9007E85}" srcId="{A0F977D8-2561-423A-BC1B-B4AC14C0E51C}" destId="{21D51795-B430-404B-9D2F-9D7D53583634}" srcOrd="2" destOrd="0" parTransId="{C6E190B4-6C1D-47DD-A672-8DEAAF75707C}" sibTransId="{3FE970C5-DD05-4D5B-BF11-5740E39F8B67}"/>
    <dgm:cxn modelId="{5D0973F0-14D6-4074-AC5D-0CD43229D509}" srcId="{A0F977D8-2561-423A-BC1B-B4AC14C0E51C}" destId="{AA59F81F-3EC5-4CF2-940C-FFA8CFF9A028}" srcOrd="3" destOrd="0" parTransId="{77890E96-81BF-4956-9DCD-729B67DE9339}" sibTransId="{E1624AFC-3D90-4D62-ABBF-751B525330AB}"/>
    <dgm:cxn modelId="{82B677F5-DA17-4B57-A0FD-BA49F0222A7C}" srcId="{A0F977D8-2561-423A-BC1B-B4AC14C0E51C}" destId="{578511A6-7765-4979-B7BF-CF8C13D4852B}" srcOrd="4" destOrd="0" parTransId="{1C80E60F-E21B-4F9F-BADE-3A4777B809D7}" sibTransId="{FCFD5963-AB90-4688-94E9-0CBBE730A6CB}"/>
    <dgm:cxn modelId="{9FB6FBF8-CDC7-48BF-8813-7708DEC85DE8}" srcId="{A0F977D8-2561-423A-BC1B-B4AC14C0E51C}" destId="{8AE7A3C7-BED2-42D8-AB42-3E0BBEEACDD7}" srcOrd="1" destOrd="0" parTransId="{5A13C25D-A903-4032-8F1E-62D6C89A247C}" sibTransId="{18363189-64BB-404F-AA79-23ABD216652E}"/>
    <dgm:cxn modelId="{DFE91FFE-9944-48BB-A34A-07231426B13B}" type="presOf" srcId="{21D51795-B430-404B-9D2F-9D7D53583634}" destId="{6376F045-1C3F-46B5-BD1F-8BB787E5BDFB}" srcOrd="0" destOrd="0" presId="urn:microsoft.com/office/officeart/2005/8/layout/vList2"/>
    <dgm:cxn modelId="{A48CE903-D955-4F03-A566-1A413F20BF8E}" type="presParOf" srcId="{E5CCB047-13D1-4A73-9E8C-386CE851EE28}" destId="{09DD5108-B954-4184-AE98-A447523FBFBB}" srcOrd="0" destOrd="0" presId="urn:microsoft.com/office/officeart/2005/8/layout/vList2"/>
    <dgm:cxn modelId="{B5E521D9-DE34-4917-A83C-F739ABF8EB8B}" type="presParOf" srcId="{E5CCB047-13D1-4A73-9E8C-386CE851EE28}" destId="{62AE9C50-F46B-415C-840D-F276FD796479}" srcOrd="1" destOrd="0" presId="urn:microsoft.com/office/officeart/2005/8/layout/vList2"/>
    <dgm:cxn modelId="{B73EB688-424C-45A0-8604-E3E6D0B656FC}" type="presParOf" srcId="{E5CCB047-13D1-4A73-9E8C-386CE851EE28}" destId="{4CF6E52F-A1A0-4FD8-9873-9E491034ADBF}" srcOrd="2" destOrd="0" presId="urn:microsoft.com/office/officeart/2005/8/layout/vList2"/>
    <dgm:cxn modelId="{8783CFF9-3644-473B-BB53-6CD92D4E5BDE}" type="presParOf" srcId="{E5CCB047-13D1-4A73-9E8C-386CE851EE28}" destId="{814EE793-194B-4EC8-8481-E75C827C75BF}" srcOrd="3" destOrd="0" presId="urn:microsoft.com/office/officeart/2005/8/layout/vList2"/>
    <dgm:cxn modelId="{3AA927C9-8AF0-44A5-B4FD-C7B6E1A153EF}" type="presParOf" srcId="{E5CCB047-13D1-4A73-9E8C-386CE851EE28}" destId="{6376F045-1C3F-46B5-BD1F-8BB787E5BDFB}" srcOrd="4" destOrd="0" presId="urn:microsoft.com/office/officeart/2005/8/layout/vList2"/>
    <dgm:cxn modelId="{6B34CA4E-8E20-4B60-8572-47DA92827819}" type="presParOf" srcId="{E5CCB047-13D1-4A73-9E8C-386CE851EE28}" destId="{E1610772-8809-4CFE-9F73-EC158064D132}" srcOrd="5" destOrd="0" presId="urn:microsoft.com/office/officeart/2005/8/layout/vList2"/>
    <dgm:cxn modelId="{DEBCF87C-12DC-46AA-95EE-4005BD3E15A7}" type="presParOf" srcId="{E5CCB047-13D1-4A73-9E8C-386CE851EE28}" destId="{BD0CE620-4598-479B-9EFF-46B22B2D2ADB}" srcOrd="6" destOrd="0" presId="urn:microsoft.com/office/officeart/2005/8/layout/vList2"/>
    <dgm:cxn modelId="{A9D80B7B-B643-494F-9650-0288CF8B50DA}" type="presParOf" srcId="{E5CCB047-13D1-4A73-9E8C-386CE851EE28}" destId="{2B818DD9-0842-416F-9B52-C7330C1EA4BC}" srcOrd="7" destOrd="0" presId="urn:microsoft.com/office/officeart/2005/8/layout/vList2"/>
    <dgm:cxn modelId="{7282BE57-B3B9-4419-9B0F-A20BA33EDB9F}" type="presParOf" srcId="{E5CCB047-13D1-4A73-9E8C-386CE851EE28}" destId="{4585D66A-4835-45F9-BE8B-7A24BB99A916}" srcOrd="8" destOrd="0" presId="urn:microsoft.com/office/officeart/2005/8/layout/vList2"/>
    <dgm:cxn modelId="{FCAFB0C1-D436-4004-8EA4-3C5A341D8BCB}" type="presParOf" srcId="{E5CCB047-13D1-4A73-9E8C-386CE851EE28}" destId="{FFDEEF23-2D91-4B94-8B72-11170786C858}" srcOrd="9" destOrd="0" presId="urn:microsoft.com/office/officeart/2005/8/layout/vList2"/>
    <dgm:cxn modelId="{84CE23B3-15D3-4BAD-A087-E12D92294E25}" type="presParOf" srcId="{E5CCB047-13D1-4A73-9E8C-386CE851EE28}" destId="{68E68217-84B8-4D51-9F29-60B8387C6D1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8B4943-E993-47BA-83A9-349D4471A16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508E7-C0F7-4746-87F6-25D029B3A0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Gradient Boosted Trees</a:t>
          </a:r>
          <a:r>
            <a:rPr lang="en-US"/>
            <a:t> excel with the highest AUC of 94.46%, indicating superior predictive accuracy in distinguishing between potential subscribers and non-subscribers.</a:t>
          </a:r>
        </a:p>
      </dgm:t>
    </dgm:pt>
    <dgm:pt modelId="{D01CB9DA-9334-42F7-AF04-F5A5DD413A56}" type="parTrans" cxnId="{3BF3C2A6-1D8A-4C34-93BA-88A858C04D92}">
      <dgm:prSet/>
      <dgm:spPr/>
      <dgm:t>
        <a:bodyPr/>
        <a:lstStyle/>
        <a:p>
          <a:endParaRPr lang="en-US"/>
        </a:p>
      </dgm:t>
    </dgm:pt>
    <dgm:pt modelId="{B6E7E971-74F3-4063-B727-BA6D3925BB28}" type="sibTrans" cxnId="{3BF3C2A6-1D8A-4C34-93BA-88A858C04D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01F04E-CFDC-45E6-A47F-E6ADE51FA4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Logistic Regression</a:t>
          </a:r>
          <a:r>
            <a:rPr lang="en-US"/>
            <a:t> shows robust performance with an accuracy of 90.53% and an AUC of 93.36%, beneficial for its interpretability and balance in prediction.</a:t>
          </a:r>
        </a:p>
      </dgm:t>
    </dgm:pt>
    <dgm:pt modelId="{53B213D8-BF5B-45FA-94B6-8A8C4EA2408A}" type="parTrans" cxnId="{3B24D2F0-DFE3-48DA-9643-96F82A1A1CC1}">
      <dgm:prSet/>
      <dgm:spPr/>
      <dgm:t>
        <a:bodyPr/>
        <a:lstStyle/>
        <a:p>
          <a:endParaRPr lang="en-US"/>
        </a:p>
      </dgm:t>
    </dgm:pt>
    <dgm:pt modelId="{D005DA2C-06F8-40A5-933E-46323D81C587}" type="sibTrans" cxnId="{3B24D2F0-DFE3-48DA-9643-96F82A1A1C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899100-2AFC-4C56-82E7-005D751DF3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Random Forest</a:t>
          </a:r>
          <a:r>
            <a:rPr lang="en-US"/>
            <a:t> and </a:t>
          </a:r>
          <a:r>
            <a:rPr lang="en-US" b="1"/>
            <a:t>Support Vector Machine</a:t>
          </a:r>
          <a:r>
            <a:rPr lang="en-US"/>
            <a:t> present competitive performances with AUCs of 92.96% and 91.55%, respectively, offering reliable alternatives.</a:t>
          </a:r>
        </a:p>
      </dgm:t>
    </dgm:pt>
    <dgm:pt modelId="{D4C1176E-83FD-4E04-B1BB-807E9DFCF5A4}" type="parTrans" cxnId="{8B7C8FF1-634E-4D20-B6C4-F7A278630CD4}">
      <dgm:prSet/>
      <dgm:spPr/>
      <dgm:t>
        <a:bodyPr/>
        <a:lstStyle/>
        <a:p>
          <a:endParaRPr lang="en-US"/>
        </a:p>
      </dgm:t>
    </dgm:pt>
    <dgm:pt modelId="{39714CBA-EA97-4473-938E-09A33667D981}" type="sibTrans" cxnId="{8B7C8FF1-634E-4D20-B6C4-F7A278630C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43D87C-D633-4899-98D3-0C9BA20424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Decision Tree</a:t>
          </a:r>
          <a:r>
            <a:rPr lang="en-US"/>
            <a:t> lags behind with a significantly lower AUC of 64.26%, suggesting it is less effective for this specific predictive task compared to other models.</a:t>
          </a:r>
        </a:p>
      </dgm:t>
    </dgm:pt>
    <dgm:pt modelId="{7C744738-FB34-490B-AF01-E82F1194E90B}" type="parTrans" cxnId="{B6FCA345-E483-45F2-8661-67B27A5D404E}">
      <dgm:prSet/>
      <dgm:spPr/>
      <dgm:t>
        <a:bodyPr/>
        <a:lstStyle/>
        <a:p>
          <a:endParaRPr lang="en-US"/>
        </a:p>
      </dgm:t>
    </dgm:pt>
    <dgm:pt modelId="{C13EA922-199D-4310-B163-1983D4E42406}" type="sibTrans" cxnId="{B6FCA345-E483-45F2-8661-67B27A5D404E}">
      <dgm:prSet/>
      <dgm:spPr/>
      <dgm:t>
        <a:bodyPr/>
        <a:lstStyle/>
        <a:p>
          <a:endParaRPr lang="en-US"/>
        </a:p>
      </dgm:t>
    </dgm:pt>
    <dgm:pt modelId="{8DFA127C-342F-41A1-9F61-23638364769B}" type="pres">
      <dgm:prSet presAssocID="{228B4943-E993-47BA-83A9-349D4471A169}" presName="root" presStyleCnt="0">
        <dgm:presLayoutVars>
          <dgm:dir/>
          <dgm:resizeHandles val="exact"/>
        </dgm:presLayoutVars>
      </dgm:prSet>
      <dgm:spPr/>
    </dgm:pt>
    <dgm:pt modelId="{3DDF20A5-0107-41E5-B242-F563FBB2183C}" type="pres">
      <dgm:prSet presAssocID="{228B4943-E993-47BA-83A9-349D4471A169}" presName="container" presStyleCnt="0">
        <dgm:presLayoutVars>
          <dgm:dir/>
          <dgm:resizeHandles val="exact"/>
        </dgm:presLayoutVars>
      </dgm:prSet>
      <dgm:spPr/>
    </dgm:pt>
    <dgm:pt modelId="{E6437A31-BEED-475A-91FA-B0441E51F976}" type="pres">
      <dgm:prSet presAssocID="{7F3508E7-C0F7-4746-87F6-25D029B3A0C4}" presName="compNode" presStyleCnt="0"/>
      <dgm:spPr/>
    </dgm:pt>
    <dgm:pt modelId="{13A4AE42-F42A-42E9-87D9-DEB1CE29D77E}" type="pres">
      <dgm:prSet presAssocID="{7F3508E7-C0F7-4746-87F6-25D029B3A0C4}" presName="iconBgRect" presStyleLbl="bgShp" presStyleIdx="0" presStyleCnt="4"/>
      <dgm:spPr/>
    </dgm:pt>
    <dgm:pt modelId="{E13CAD57-4934-4EC2-9C56-267443FBAD16}" type="pres">
      <dgm:prSet presAssocID="{7F3508E7-C0F7-4746-87F6-25D029B3A0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C3F5EFC-AE05-4489-932B-6015330ADBA0}" type="pres">
      <dgm:prSet presAssocID="{7F3508E7-C0F7-4746-87F6-25D029B3A0C4}" presName="spaceRect" presStyleCnt="0"/>
      <dgm:spPr/>
    </dgm:pt>
    <dgm:pt modelId="{15A9B13F-381B-40DF-9ACF-4F6D045ED093}" type="pres">
      <dgm:prSet presAssocID="{7F3508E7-C0F7-4746-87F6-25D029B3A0C4}" presName="textRect" presStyleLbl="revTx" presStyleIdx="0" presStyleCnt="4">
        <dgm:presLayoutVars>
          <dgm:chMax val="1"/>
          <dgm:chPref val="1"/>
        </dgm:presLayoutVars>
      </dgm:prSet>
      <dgm:spPr/>
    </dgm:pt>
    <dgm:pt modelId="{DB34E497-37AB-4CBD-BF5C-023E267A5673}" type="pres">
      <dgm:prSet presAssocID="{B6E7E971-74F3-4063-B727-BA6D3925BB28}" presName="sibTrans" presStyleLbl="sibTrans2D1" presStyleIdx="0" presStyleCnt="0"/>
      <dgm:spPr/>
    </dgm:pt>
    <dgm:pt modelId="{A09C6E7D-FB10-48A3-B4B7-5C3AA11FFA24}" type="pres">
      <dgm:prSet presAssocID="{F101F04E-CFDC-45E6-A47F-E6ADE51FA40C}" presName="compNode" presStyleCnt="0"/>
      <dgm:spPr/>
    </dgm:pt>
    <dgm:pt modelId="{25480982-2A84-4ED7-90C5-47D69657B094}" type="pres">
      <dgm:prSet presAssocID="{F101F04E-CFDC-45E6-A47F-E6ADE51FA40C}" presName="iconBgRect" presStyleLbl="bgShp" presStyleIdx="1" presStyleCnt="4"/>
      <dgm:spPr/>
    </dgm:pt>
    <dgm:pt modelId="{7E8272A5-30B6-4398-B495-8B844CC97C17}" type="pres">
      <dgm:prSet presAssocID="{F101F04E-CFDC-45E6-A47F-E6ADE51FA4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56A602DA-FC61-4B70-AE0A-91AAC3ABF3DF}" type="pres">
      <dgm:prSet presAssocID="{F101F04E-CFDC-45E6-A47F-E6ADE51FA40C}" presName="spaceRect" presStyleCnt="0"/>
      <dgm:spPr/>
    </dgm:pt>
    <dgm:pt modelId="{204C4E8D-E2C8-47D7-A811-EC10AA407CB1}" type="pres">
      <dgm:prSet presAssocID="{F101F04E-CFDC-45E6-A47F-E6ADE51FA40C}" presName="textRect" presStyleLbl="revTx" presStyleIdx="1" presStyleCnt="4">
        <dgm:presLayoutVars>
          <dgm:chMax val="1"/>
          <dgm:chPref val="1"/>
        </dgm:presLayoutVars>
      </dgm:prSet>
      <dgm:spPr/>
    </dgm:pt>
    <dgm:pt modelId="{635457FF-8037-46FA-A741-C29D2C22BD6E}" type="pres">
      <dgm:prSet presAssocID="{D005DA2C-06F8-40A5-933E-46323D81C587}" presName="sibTrans" presStyleLbl="sibTrans2D1" presStyleIdx="0" presStyleCnt="0"/>
      <dgm:spPr/>
    </dgm:pt>
    <dgm:pt modelId="{0B1B7BEE-CE83-4B47-BC85-48BC37D75119}" type="pres">
      <dgm:prSet presAssocID="{DF899100-2AFC-4C56-82E7-005D751DF35E}" presName="compNode" presStyleCnt="0"/>
      <dgm:spPr/>
    </dgm:pt>
    <dgm:pt modelId="{3E00DA33-77BD-4D1A-8CD8-3C8271079CBF}" type="pres">
      <dgm:prSet presAssocID="{DF899100-2AFC-4C56-82E7-005D751DF35E}" presName="iconBgRect" presStyleLbl="bgShp" presStyleIdx="2" presStyleCnt="4"/>
      <dgm:spPr/>
    </dgm:pt>
    <dgm:pt modelId="{B72AFEA0-8A02-48FA-BD30-E0F27B4D0232}" type="pres">
      <dgm:prSet presAssocID="{DF899100-2AFC-4C56-82E7-005D751DF35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73A29024-D35D-431F-8803-ABA9EDC0BD50}" type="pres">
      <dgm:prSet presAssocID="{DF899100-2AFC-4C56-82E7-005D751DF35E}" presName="spaceRect" presStyleCnt="0"/>
      <dgm:spPr/>
    </dgm:pt>
    <dgm:pt modelId="{115C60BD-677C-44EC-B0C5-8E17BD9F9436}" type="pres">
      <dgm:prSet presAssocID="{DF899100-2AFC-4C56-82E7-005D751DF35E}" presName="textRect" presStyleLbl="revTx" presStyleIdx="2" presStyleCnt="4">
        <dgm:presLayoutVars>
          <dgm:chMax val="1"/>
          <dgm:chPref val="1"/>
        </dgm:presLayoutVars>
      </dgm:prSet>
      <dgm:spPr/>
    </dgm:pt>
    <dgm:pt modelId="{B8690647-78D9-4033-95C5-EB6B5C261C6C}" type="pres">
      <dgm:prSet presAssocID="{39714CBA-EA97-4473-938E-09A33667D981}" presName="sibTrans" presStyleLbl="sibTrans2D1" presStyleIdx="0" presStyleCnt="0"/>
      <dgm:spPr/>
    </dgm:pt>
    <dgm:pt modelId="{1C351B1C-4E4E-49C1-B6D2-DF454B743F47}" type="pres">
      <dgm:prSet presAssocID="{3A43D87C-D633-4899-98D3-0C9BA20424F2}" presName="compNode" presStyleCnt="0"/>
      <dgm:spPr/>
    </dgm:pt>
    <dgm:pt modelId="{0D1CC69B-A561-4B4A-A7BA-F33E661DE58E}" type="pres">
      <dgm:prSet presAssocID="{3A43D87C-D633-4899-98D3-0C9BA20424F2}" presName="iconBgRect" presStyleLbl="bgShp" presStyleIdx="3" presStyleCnt="4"/>
      <dgm:spPr/>
    </dgm:pt>
    <dgm:pt modelId="{39E658D6-5891-45AA-A03D-DA1D65D11899}" type="pres">
      <dgm:prSet presAssocID="{3A43D87C-D633-4899-98D3-0C9BA20424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0CE9AF4A-E3A4-4FEB-9274-80CA9F374873}" type="pres">
      <dgm:prSet presAssocID="{3A43D87C-D633-4899-98D3-0C9BA20424F2}" presName="spaceRect" presStyleCnt="0"/>
      <dgm:spPr/>
    </dgm:pt>
    <dgm:pt modelId="{767EFAFE-858E-42E3-A95A-03ACCC9EC65F}" type="pres">
      <dgm:prSet presAssocID="{3A43D87C-D633-4899-98D3-0C9BA20424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E2D202-3B99-40DE-8648-E08203979300}" type="presOf" srcId="{D005DA2C-06F8-40A5-933E-46323D81C587}" destId="{635457FF-8037-46FA-A741-C29D2C22BD6E}" srcOrd="0" destOrd="0" presId="urn:microsoft.com/office/officeart/2018/2/layout/IconCircleList"/>
    <dgm:cxn modelId="{A489160C-18E7-4BE9-9729-9B854531E38D}" type="presOf" srcId="{7F3508E7-C0F7-4746-87F6-25D029B3A0C4}" destId="{15A9B13F-381B-40DF-9ACF-4F6D045ED093}" srcOrd="0" destOrd="0" presId="urn:microsoft.com/office/officeart/2018/2/layout/IconCircleList"/>
    <dgm:cxn modelId="{4F2EF223-E532-4C96-961B-FC796FB0C3B0}" type="presOf" srcId="{F101F04E-CFDC-45E6-A47F-E6ADE51FA40C}" destId="{204C4E8D-E2C8-47D7-A811-EC10AA407CB1}" srcOrd="0" destOrd="0" presId="urn:microsoft.com/office/officeart/2018/2/layout/IconCircleList"/>
    <dgm:cxn modelId="{0B190136-E1C6-434C-A667-0B3D1B54DFD0}" type="presOf" srcId="{228B4943-E993-47BA-83A9-349D4471A169}" destId="{8DFA127C-342F-41A1-9F61-23638364769B}" srcOrd="0" destOrd="0" presId="urn:microsoft.com/office/officeart/2018/2/layout/IconCircleList"/>
    <dgm:cxn modelId="{28F6D140-EB68-48C6-BD06-CC08DAF13104}" type="presOf" srcId="{DF899100-2AFC-4C56-82E7-005D751DF35E}" destId="{115C60BD-677C-44EC-B0C5-8E17BD9F9436}" srcOrd="0" destOrd="0" presId="urn:microsoft.com/office/officeart/2018/2/layout/IconCircleList"/>
    <dgm:cxn modelId="{B6FCA345-E483-45F2-8661-67B27A5D404E}" srcId="{228B4943-E993-47BA-83A9-349D4471A169}" destId="{3A43D87C-D633-4899-98D3-0C9BA20424F2}" srcOrd="3" destOrd="0" parTransId="{7C744738-FB34-490B-AF01-E82F1194E90B}" sibTransId="{C13EA922-199D-4310-B163-1983D4E42406}"/>
    <dgm:cxn modelId="{FBDAE476-AB0C-47A1-91F2-9547D94B197A}" type="presOf" srcId="{B6E7E971-74F3-4063-B727-BA6D3925BB28}" destId="{DB34E497-37AB-4CBD-BF5C-023E267A5673}" srcOrd="0" destOrd="0" presId="urn:microsoft.com/office/officeart/2018/2/layout/IconCircleList"/>
    <dgm:cxn modelId="{48FD0187-339F-4ADC-AD5A-90C70ACA7E1D}" type="presOf" srcId="{3A43D87C-D633-4899-98D3-0C9BA20424F2}" destId="{767EFAFE-858E-42E3-A95A-03ACCC9EC65F}" srcOrd="0" destOrd="0" presId="urn:microsoft.com/office/officeart/2018/2/layout/IconCircleList"/>
    <dgm:cxn modelId="{3BF3C2A6-1D8A-4C34-93BA-88A858C04D92}" srcId="{228B4943-E993-47BA-83A9-349D4471A169}" destId="{7F3508E7-C0F7-4746-87F6-25D029B3A0C4}" srcOrd="0" destOrd="0" parTransId="{D01CB9DA-9334-42F7-AF04-F5A5DD413A56}" sibTransId="{B6E7E971-74F3-4063-B727-BA6D3925BB28}"/>
    <dgm:cxn modelId="{B1555FC0-682C-4C3C-9E5E-3A02A1567A39}" type="presOf" srcId="{39714CBA-EA97-4473-938E-09A33667D981}" destId="{B8690647-78D9-4033-95C5-EB6B5C261C6C}" srcOrd="0" destOrd="0" presId="urn:microsoft.com/office/officeart/2018/2/layout/IconCircleList"/>
    <dgm:cxn modelId="{3B24D2F0-DFE3-48DA-9643-96F82A1A1CC1}" srcId="{228B4943-E993-47BA-83A9-349D4471A169}" destId="{F101F04E-CFDC-45E6-A47F-E6ADE51FA40C}" srcOrd="1" destOrd="0" parTransId="{53B213D8-BF5B-45FA-94B6-8A8C4EA2408A}" sibTransId="{D005DA2C-06F8-40A5-933E-46323D81C587}"/>
    <dgm:cxn modelId="{8B7C8FF1-634E-4D20-B6C4-F7A278630CD4}" srcId="{228B4943-E993-47BA-83A9-349D4471A169}" destId="{DF899100-2AFC-4C56-82E7-005D751DF35E}" srcOrd="2" destOrd="0" parTransId="{D4C1176E-83FD-4E04-B1BB-807E9DFCF5A4}" sibTransId="{39714CBA-EA97-4473-938E-09A33667D981}"/>
    <dgm:cxn modelId="{F4B7480C-E9DB-4B16-AFAA-E167CAEB2220}" type="presParOf" srcId="{8DFA127C-342F-41A1-9F61-23638364769B}" destId="{3DDF20A5-0107-41E5-B242-F563FBB2183C}" srcOrd="0" destOrd="0" presId="urn:microsoft.com/office/officeart/2018/2/layout/IconCircleList"/>
    <dgm:cxn modelId="{2DB9697A-43E1-4A93-8E52-6F14527E9199}" type="presParOf" srcId="{3DDF20A5-0107-41E5-B242-F563FBB2183C}" destId="{E6437A31-BEED-475A-91FA-B0441E51F976}" srcOrd="0" destOrd="0" presId="urn:microsoft.com/office/officeart/2018/2/layout/IconCircleList"/>
    <dgm:cxn modelId="{53D839C0-E671-4DE6-B4BE-2DBFADD9C8A0}" type="presParOf" srcId="{E6437A31-BEED-475A-91FA-B0441E51F976}" destId="{13A4AE42-F42A-42E9-87D9-DEB1CE29D77E}" srcOrd="0" destOrd="0" presId="urn:microsoft.com/office/officeart/2018/2/layout/IconCircleList"/>
    <dgm:cxn modelId="{E7C4280F-E4D1-4796-B92C-FBA63C71C918}" type="presParOf" srcId="{E6437A31-BEED-475A-91FA-B0441E51F976}" destId="{E13CAD57-4934-4EC2-9C56-267443FBAD16}" srcOrd="1" destOrd="0" presId="urn:microsoft.com/office/officeart/2018/2/layout/IconCircleList"/>
    <dgm:cxn modelId="{B39F2738-2BA0-4B40-A2B8-A3BB692D21E5}" type="presParOf" srcId="{E6437A31-BEED-475A-91FA-B0441E51F976}" destId="{6C3F5EFC-AE05-4489-932B-6015330ADBA0}" srcOrd="2" destOrd="0" presId="urn:microsoft.com/office/officeart/2018/2/layout/IconCircleList"/>
    <dgm:cxn modelId="{4CA1815A-CD57-4E0A-B061-9131F6649B5B}" type="presParOf" srcId="{E6437A31-BEED-475A-91FA-B0441E51F976}" destId="{15A9B13F-381B-40DF-9ACF-4F6D045ED093}" srcOrd="3" destOrd="0" presId="urn:microsoft.com/office/officeart/2018/2/layout/IconCircleList"/>
    <dgm:cxn modelId="{5F343165-1FAE-4C36-B97F-AC2597FC1691}" type="presParOf" srcId="{3DDF20A5-0107-41E5-B242-F563FBB2183C}" destId="{DB34E497-37AB-4CBD-BF5C-023E267A5673}" srcOrd="1" destOrd="0" presId="urn:microsoft.com/office/officeart/2018/2/layout/IconCircleList"/>
    <dgm:cxn modelId="{66AA36D8-30BA-4F79-B149-BD66020668A2}" type="presParOf" srcId="{3DDF20A5-0107-41E5-B242-F563FBB2183C}" destId="{A09C6E7D-FB10-48A3-B4B7-5C3AA11FFA24}" srcOrd="2" destOrd="0" presId="urn:microsoft.com/office/officeart/2018/2/layout/IconCircleList"/>
    <dgm:cxn modelId="{501E5C15-CAB0-460E-B389-10D8AAD67B0C}" type="presParOf" srcId="{A09C6E7D-FB10-48A3-B4B7-5C3AA11FFA24}" destId="{25480982-2A84-4ED7-90C5-47D69657B094}" srcOrd="0" destOrd="0" presId="urn:microsoft.com/office/officeart/2018/2/layout/IconCircleList"/>
    <dgm:cxn modelId="{BF650521-9BCC-41EA-94C6-4AD1832D3C28}" type="presParOf" srcId="{A09C6E7D-FB10-48A3-B4B7-5C3AA11FFA24}" destId="{7E8272A5-30B6-4398-B495-8B844CC97C17}" srcOrd="1" destOrd="0" presId="urn:microsoft.com/office/officeart/2018/2/layout/IconCircleList"/>
    <dgm:cxn modelId="{5156442A-CE23-4DFF-83FB-590C16C0E1DF}" type="presParOf" srcId="{A09C6E7D-FB10-48A3-B4B7-5C3AA11FFA24}" destId="{56A602DA-FC61-4B70-AE0A-91AAC3ABF3DF}" srcOrd="2" destOrd="0" presId="urn:microsoft.com/office/officeart/2018/2/layout/IconCircleList"/>
    <dgm:cxn modelId="{D7C42722-788A-4C24-9F84-78B0D49ECB32}" type="presParOf" srcId="{A09C6E7D-FB10-48A3-B4B7-5C3AA11FFA24}" destId="{204C4E8D-E2C8-47D7-A811-EC10AA407CB1}" srcOrd="3" destOrd="0" presId="urn:microsoft.com/office/officeart/2018/2/layout/IconCircleList"/>
    <dgm:cxn modelId="{72E5624D-4B3E-4A1B-B53A-7EC55FC20D6B}" type="presParOf" srcId="{3DDF20A5-0107-41E5-B242-F563FBB2183C}" destId="{635457FF-8037-46FA-A741-C29D2C22BD6E}" srcOrd="3" destOrd="0" presId="urn:microsoft.com/office/officeart/2018/2/layout/IconCircleList"/>
    <dgm:cxn modelId="{31F16FF0-0214-4AF7-A188-37635E82DD43}" type="presParOf" srcId="{3DDF20A5-0107-41E5-B242-F563FBB2183C}" destId="{0B1B7BEE-CE83-4B47-BC85-48BC37D75119}" srcOrd="4" destOrd="0" presId="urn:microsoft.com/office/officeart/2018/2/layout/IconCircleList"/>
    <dgm:cxn modelId="{E5D5C02E-5CAA-4DD4-92BE-6E915FA48AD9}" type="presParOf" srcId="{0B1B7BEE-CE83-4B47-BC85-48BC37D75119}" destId="{3E00DA33-77BD-4D1A-8CD8-3C8271079CBF}" srcOrd="0" destOrd="0" presId="urn:microsoft.com/office/officeart/2018/2/layout/IconCircleList"/>
    <dgm:cxn modelId="{958FFCA4-23C7-4784-917B-D12B44F89FBB}" type="presParOf" srcId="{0B1B7BEE-CE83-4B47-BC85-48BC37D75119}" destId="{B72AFEA0-8A02-48FA-BD30-E0F27B4D0232}" srcOrd="1" destOrd="0" presId="urn:microsoft.com/office/officeart/2018/2/layout/IconCircleList"/>
    <dgm:cxn modelId="{58EBD698-7EEA-493B-84F3-1E8469A5A583}" type="presParOf" srcId="{0B1B7BEE-CE83-4B47-BC85-48BC37D75119}" destId="{73A29024-D35D-431F-8803-ABA9EDC0BD50}" srcOrd="2" destOrd="0" presId="urn:microsoft.com/office/officeart/2018/2/layout/IconCircleList"/>
    <dgm:cxn modelId="{1B40519E-9C0B-42A4-9D7B-6AA6D981689D}" type="presParOf" srcId="{0B1B7BEE-CE83-4B47-BC85-48BC37D75119}" destId="{115C60BD-677C-44EC-B0C5-8E17BD9F9436}" srcOrd="3" destOrd="0" presId="urn:microsoft.com/office/officeart/2018/2/layout/IconCircleList"/>
    <dgm:cxn modelId="{FF938EA5-605B-43F4-9C48-4E0ABF48644C}" type="presParOf" srcId="{3DDF20A5-0107-41E5-B242-F563FBB2183C}" destId="{B8690647-78D9-4033-95C5-EB6B5C261C6C}" srcOrd="5" destOrd="0" presId="urn:microsoft.com/office/officeart/2018/2/layout/IconCircleList"/>
    <dgm:cxn modelId="{E16D0C05-A0F2-47B5-B25C-59DE5C46A3A0}" type="presParOf" srcId="{3DDF20A5-0107-41E5-B242-F563FBB2183C}" destId="{1C351B1C-4E4E-49C1-B6D2-DF454B743F47}" srcOrd="6" destOrd="0" presId="urn:microsoft.com/office/officeart/2018/2/layout/IconCircleList"/>
    <dgm:cxn modelId="{AB06C3C2-9CCE-4620-9E66-6BEF4D1D22DC}" type="presParOf" srcId="{1C351B1C-4E4E-49C1-B6D2-DF454B743F47}" destId="{0D1CC69B-A561-4B4A-A7BA-F33E661DE58E}" srcOrd="0" destOrd="0" presId="urn:microsoft.com/office/officeart/2018/2/layout/IconCircleList"/>
    <dgm:cxn modelId="{9B395CA5-229A-48E3-8D76-9B9FA961B928}" type="presParOf" srcId="{1C351B1C-4E4E-49C1-B6D2-DF454B743F47}" destId="{39E658D6-5891-45AA-A03D-DA1D65D11899}" srcOrd="1" destOrd="0" presId="urn:microsoft.com/office/officeart/2018/2/layout/IconCircleList"/>
    <dgm:cxn modelId="{0D264C31-3C06-4B80-9797-CAC8CE841766}" type="presParOf" srcId="{1C351B1C-4E4E-49C1-B6D2-DF454B743F47}" destId="{0CE9AF4A-E3A4-4FEB-9274-80CA9F374873}" srcOrd="2" destOrd="0" presId="urn:microsoft.com/office/officeart/2018/2/layout/IconCircleList"/>
    <dgm:cxn modelId="{3B001606-77AC-41F5-B0FA-B2AF31EF014F}" type="presParOf" srcId="{1C351B1C-4E4E-49C1-B6D2-DF454B743F47}" destId="{767EFAFE-858E-42E3-A95A-03ACCC9EC6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F5945-E756-42D9-8885-582610306409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3F136-E507-48FA-81FB-84CE7685A7A5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92851-C372-4FAA-9C38-41C7CBB0049F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The Challenge</a:t>
          </a:r>
          <a:r>
            <a:rPr lang="en-US" sz="1400" kern="1200"/>
            <a:t>: XYZ Bank needs to refine its term deposit marketing, moving from traditional tactics to a more targeted, data-informed approach.</a:t>
          </a:r>
        </a:p>
      </dsp:txBody>
      <dsp:txXfrm>
        <a:off x="1834517" y="469890"/>
        <a:ext cx="3148942" cy="1335915"/>
      </dsp:txXfrm>
    </dsp:sp>
    <dsp:sp modelId="{6B8701C7-0083-4C61-B294-E522C038E0E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ED0C8-96FF-4F13-860F-B147786FCDC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252B9-35A3-4B56-8085-889BB0E890F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Our Approach</a:t>
          </a:r>
          <a:r>
            <a:rPr lang="en-US" sz="1400" kern="1200"/>
            <a:t>: Utilizing machine learning on client data, we aim to uncover patterns indicating a higher likelihood of term deposit subscriptions.</a:t>
          </a:r>
        </a:p>
      </dsp:txBody>
      <dsp:txXfrm>
        <a:off x="7154322" y="469890"/>
        <a:ext cx="3148942" cy="1335915"/>
      </dsp:txXfrm>
    </dsp:sp>
    <dsp:sp modelId="{534FDD5E-5CE4-42F4-A965-36B6574631E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57660-F0D8-40FF-8BE6-E3F9931D53E5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D7AD0-2014-4010-B2CA-BE9E678C7E28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Insights from Data</a:t>
          </a:r>
          <a:r>
            <a:rPr lang="en-US" sz="1400" kern="1200"/>
            <a:t>: Our Exploratory Data Analysis (EDA) provides a deeper understanding of client behaviors and preferences, guiding our marketing strategy.</a:t>
          </a:r>
          <a:endParaRPr lang="en-US" sz="1400" kern="1200">
            <a:latin typeface="Univers"/>
          </a:endParaRPr>
        </a:p>
      </dsp:txBody>
      <dsp:txXfrm>
        <a:off x="1834517" y="2545532"/>
        <a:ext cx="3148942" cy="1335915"/>
      </dsp:txXfrm>
    </dsp:sp>
    <dsp:sp modelId="{08BFED57-A6D4-41B3-B7C9-A9BB7BFA8BD5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66794-7099-4CC3-9F2F-82FA983AB9E8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5E2DC-3863-4A60-8F23-24D0A0B04037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Actionable Outcomes</a:t>
          </a:r>
          <a:r>
            <a:rPr lang="en-US" sz="1400" kern="1200"/>
            <a:t>: With predictive modeling, we identify key client segments for targeted marketing, aiming to boost campaign success and client relationships.</a:t>
          </a:r>
          <a:endParaRPr lang="en-US" sz="1400" kern="1200">
            <a:latin typeface="Univers"/>
          </a:endParaRP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2D2A2-F793-418E-A73B-D5831908FCDD}">
      <dsp:nvSpPr>
        <dsp:cNvPr id="0" name=""/>
        <dsp:cNvSpPr/>
      </dsp:nvSpPr>
      <dsp:spPr>
        <a:xfrm>
          <a:off x="0" y="5046"/>
          <a:ext cx="6245265" cy="963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B98DB-DB7C-4598-AC0C-1C54F2B9BC93}">
      <dsp:nvSpPr>
        <dsp:cNvPr id="0" name=""/>
        <dsp:cNvSpPr/>
      </dsp:nvSpPr>
      <dsp:spPr>
        <a:xfrm>
          <a:off x="291536" y="221892"/>
          <a:ext cx="530584" cy="530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D4668-F9CB-4B21-A726-383C9EB9E365}">
      <dsp:nvSpPr>
        <dsp:cNvPr id="0" name=""/>
        <dsp:cNvSpPr/>
      </dsp:nvSpPr>
      <dsp:spPr>
        <a:xfrm>
          <a:off x="1113658" y="5046"/>
          <a:ext cx="5014971" cy="1174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10" tIns="124310" rIns="124310" bIns="1243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Data Structure and Summary</a:t>
          </a:r>
          <a:r>
            <a:rPr lang="en-US" sz="1400" kern="1200"/>
            <a:t>: Examined the dataset's structure, including feature types and missing values, and analyzed statistical summaries to understand distributions and variability.</a:t>
          </a:r>
        </a:p>
      </dsp:txBody>
      <dsp:txXfrm>
        <a:off x="1113658" y="5046"/>
        <a:ext cx="5014971" cy="1174579"/>
      </dsp:txXfrm>
    </dsp:sp>
    <dsp:sp modelId="{BDB56AFC-61A1-4542-B170-CD2983BBF11F}">
      <dsp:nvSpPr>
        <dsp:cNvPr id="0" name=""/>
        <dsp:cNvSpPr/>
      </dsp:nvSpPr>
      <dsp:spPr>
        <a:xfrm>
          <a:off x="0" y="1473271"/>
          <a:ext cx="6245265" cy="963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1CD43-368E-4527-9297-8D5EF7CD2D58}">
      <dsp:nvSpPr>
        <dsp:cNvPr id="0" name=""/>
        <dsp:cNvSpPr/>
      </dsp:nvSpPr>
      <dsp:spPr>
        <a:xfrm>
          <a:off x="291536" y="1690116"/>
          <a:ext cx="530584" cy="530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00C24-C22E-4DE0-B5DD-5EE9CAA08784}">
      <dsp:nvSpPr>
        <dsp:cNvPr id="0" name=""/>
        <dsp:cNvSpPr/>
      </dsp:nvSpPr>
      <dsp:spPr>
        <a:xfrm>
          <a:off x="1113658" y="1473271"/>
          <a:ext cx="5014971" cy="1174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10" tIns="124310" rIns="124310" bIns="1243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Visual Exploration</a:t>
          </a:r>
          <a:r>
            <a:rPr lang="en-US" sz="1400" kern="1200"/>
            <a:t>: Utilized histograms and bar charts to visualize distributions of numerical and categorical variables, revealing key trends and outliers.</a:t>
          </a:r>
          <a:endParaRPr lang="en-US" sz="1400" kern="1200">
            <a:latin typeface="Univers"/>
          </a:endParaRPr>
        </a:p>
      </dsp:txBody>
      <dsp:txXfrm>
        <a:off x="1113658" y="1473271"/>
        <a:ext cx="5014971" cy="1174579"/>
      </dsp:txXfrm>
    </dsp:sp>
    <dsp:sp modelId="{D43AF30B-4056-4548-BB08-1C5770A7CB77}">
      <dsp:nvSpPr>
        <dsp:cNvPr id="0" name=""/>
        <dsp:cNvSpPr/>
      </dsp:nvSpPr>
      <dsp:spPr>
        <a:xfrm>
          <a:off x="0" y="2941495"/>
          <a:ext cx="6245265" cy="963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7C7B0-7516-4D9C-A286-60C438A008AC}">
      <dsp:nvSpPr>
        <dsp:cNvPr id="0" name=""/>
        <dsp:cNvSpPr/>
      </dsp:nvSpPr>
      <dsp:spPr>
        <a:xfrm>
          <a:off x="291536" y="3158341"/>
          <a:ext cx="530584" cy="530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87B17-E55B-4CF2-915A-EF589DE95F90}">
      <dsp:nvSpPr>
        <dsp:cNvPr id="0" name=""/>
        <dsp:cNvSpPr/>
      </dsp:nvSpPr>
      <dsp:spPr>
        <a:xfrm>
          <a:off x="1113658" y="2941495"/>
          <a:ext cx="5014971" cy="1174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10" tIns="124310" rIns="124310" bIns="1243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Correlation and Target Analysis</a:t>
          </a:r>
          <a:r>
            <a:rPr lang="en-US" sz="1400" kern="1200"/>
            <a:t>: Investigated correlations between variables and explored the relationship of each feature with the target variable 'y' to understand factors influencing term deposit subscriptions.</a:t>
          </a:r>
          <a:endParaRPr lang="en-US" sz="1400" kern="1200">
            <a:latin typeface="Univers"/>
          </a:endParaRPr>
        </a:p>
      </dsp:txBody>
      <dsp:txXfrm>
        <a:off x="1113658" y="2941495"/>
        <a:ext cx="5014971" cy="1174579"/>
      </dsp:txXfrm>
    </dsp:sp>
    <dsp:sp modelId="{3D4E230F-660E-4AF0-8D9C-E93D0DD5337E}">
      <dsp:nvSpPr>
        <dsp:cNvPr id="0" name=""/>
        <dsp:cNvSpPr/>
      </dsp:nvSpPr>
      <dsp:spPr>
        <a:xfrm>
          <a:off x="0" y="4409720"/>
          <a:ext cx="6245265" cy="963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1F5DA-1037-49D2-9DA3-5C1684C7427F}">
      <dsp:nvSpPr>
        <dsp:cNvPr id="0" name=""/>
        <dsp:cNvSpPr/>
      </dsp:nvSpPr>
      <dsp:spPr>
        <a:xfrm>
          <a:off x="291536" y="4626566"/>
          <a:ext cx="530584" cy="530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A049E-CF92-4240-8A2B-9C1DD493FDF4}">
      <dsp:nvSpPr>
        <dsp:cNvPr id="0" name=""/>
        <dsp:cNvSpPr/>
      </dsp:nvSpPr>
      <dsp:spPr>
        <a:xfrm>
          <a:off x="1113658" y="4409720"/>
          <a:ext cx="5014971" cy="1174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10" tIns="124310" rIns="124310" bIns="1243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Data Preparation</a:t>
          </a:r>
          <a:r>
            <a:rPr lang="en-US" sz="1400" kern="1200"/>
            <a:t>: Conducted data cleaning, feature engineering, and preprocessing, including handling missing values, encoding categorical variables, and applying class balancing techniques for the target variable.</a:t>
          </a:r>
          <a:endParaRPr lang="en-US" sz="1400" kern="1200">
            <a:latin typeface="Univers"/>
          </a:endParaRPr>
        </a:p>
      </dsp:txBody>
      <dsp:txXfrm>
        <a:off x="1113658" y="4409720"/>
        <a:ext cx="5014971" cy="11745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D5108-B954-4184-AE98-A447523FBFBB}">
      <dsp:nvSpPr>
        <dsp:cNvPr id="0" name=""/>
        <dsp:cNvSpPr/>
      </dsp:nvSpPr>
      <dsp:spPr>
        <a:xfrm>
          <a:off x="0" y="713873"/>
          <a:ext cx="6245265" cy="65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Duration (0.405) shows a strong positive correlation with subscription (y).</a:t>
          </a:r>
        </a:p>
      </dsp:txBody>
      <dsp:txXfrm>
        <a:off x="31984" y="745857"/>
        <a:ext cx="6181297" cy="591232"/>
      </dsp:txXfrm>
    </dsp:sp>
    <dsp:sp modelId="{4CF6E52F-A1A0-4FD8-9873-9E491034ADBF}">
      <dsp:nvSpPr>
        <dsp:cNvPr id="0" name=""/>
        <dsp:cNvSpPr/>
      </dsp:nvSpPr>
      <dsp:spPr>
        <a:xfrm>
          <a:off x="0" y="1415153"/>
          <a:ext cx="6245265" cy="655200"/>
        </a:xfrm>
        <a:prstGeom prst="roundRect">
          <a:avLst/>
        </a:prstGeom>
        <a:solidFill>
          <a:schemeClr val="accent2">
            <a:hueOff val="760681"/>
            <a:satOff val="-15302"/>
            <a:lumOff val="-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Longer calls tend to significantly increase the chances of a subscription.</a:t>
          </a:r>
        </a:p>
      </dsp:txBody>
      <dsp:txXfrm>
        <a:off x="31984" y="1447137"/>
        <a:ext cx="6181297" cy="591232"/>
      </dsp:txXfrm>
    </dsp:sp>
    <dsp:sp modelId="{6376F045-1C3F-46B5-BD1F-8BB787E5BDFB}">
      <dsp:nvSpPr>
        <dsp:cNvPr id="0" name=""/>
        <dsp:cNvSpPr/>
      </dsp:nvSpPr>
      <dsp:spPr>
        <a:xfrm>
          <a:off x="0" y="2116433"/>
          <a:ext cx="6245265" cy="655200"/>
        </a:xfrm>
        <a:prstGeom prst="roundRect">
          <a:avLst/>
        </a:prstGeom>
        <a:solidFill>
          <a:schemeClr val="accent2">
            <a:hueOff val="1521362"/>
            <a:satOff val="-30604"/>
            <a:lumOff val="-10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/>
            <a:t>Emp_var_rate</a:t>
          </a:r>
          <a:r>
            <a:rPr lang="en-US" sz="1600" kern="1200"/>
            <a:t>, euribor_3m, and </a:t>
          </a:r>
          <a:r>
            <a:rPr lang="en-US" sz="1600" kern="1200" err="1"/>
            <a:t>nr_employed</a:t>
          </a:r>
          <a:r>
            <a:rPr lang="en-US" sz="1600" kern="1200"/>
            <a:t> exhibit negative correlations with subscription (y).</a:t>
          </a:r>
        </a:p>
      </dsp:txBody>
      <dsp:txXfrm>
        <a:off x="31984" y="2148417"/>
        <a:ext cx="6181297" cy="591232"/>
      </dsp:txXfrm>
    </dsp:sp>
    <dsp:sp modelId="{BD0CE620-4598-479B-9EFF-46B22B2D2ADB}">
      <dsp:nvSpPr>
        <dsp:cNvPr id="0" name=""/>
        <dsp:cNvSpPr/>
      </dsp:nvSpPr>
      <dsp:spPr>
        <a:xfrm>
          <a:off x="0" y="2817713"/>
          <a:ext cx="6245265" cy="655200"/>
        </a:xfrm>
        <a:prstGeom prst="roundRect">
          <a:avLst/>
        </a:prstGeom>
        <a:solidFill>
          <a:schemeClr val="accent2">
            <a:hueOff val="2282043"/>
            <a:satOff val="-45907"/>
            <a:lumOff val="-1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Economic stability, indicated by lower rates and higher employment figures, positively influences subscription rates.</a:t>
          </a:r>
        </a:p>
      </dsp:txBody>
      <dsp:txXfrm>
        <a:off x="31984" y="2849697"/>
        <a:ext cx="6181297" cy="591232"/>
      </dsp:txXfrm>
    </dsp:sp>
    <dsp:sp modelId="{4585D66A-4835-45F9-BE8B-7A24BB99A916}">
      <dsp:nvSpPr>
        <dsp:cNvPr id="0" name=""/>
        <dsp:cNvSpPr/>
      </dsp:nvSpPr>
      <dsp:spPr>
        <a:xfrm>
          <a:off x="0" y="3518993"/>
          <a:ext cx="6245265" cy="655200"/>
        </a:xfrm>
        <a:prstGeom prst="roundRect">
          <a:avLst/>
        </a:prstGeom>
        <a:solidFill>
          <a:schemeClr val="accent2">
            <a:hueOff val="3042724"/>
            <a:satOff val="-61209"/>
            <a:lumOff val="-2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Previous contacts (0.230) show a moderate positive correlation with subscription (y).</a:t>
          </a:r>
        </a:p>
      </dsp:txBody>
      <dsp:txXfrm>
        <a:off x="31984" y="3550977"/>
        <a:ext cx="6181297" cy="591232"/>
      </dsp:txXfrm>
    </dsp:sp>
    <dsp:sp modelId="{68E68217-84B8-4D51-9F29-60B8387C6D19}">
      <dsp:nvSpPr>
        <dsp:cNvPr id="0" name=""/>
        <dsp:cNvSpPr/>
      </dsp:nvSpPr>
      <dsp:spPr>
        <a:xfrm>
          <a:off x="0" y="4220273"/>
          <a:ext cx="6245265" cy="655200"/>
        </a:xfrm>
        <a:prstGeom prst="roundRect">
          <a:avLst/>
        </a:prstGeom>
        <a:solidFill>
          <a:schemeClr val="accent2">
            <a:hueOff val="3803405"/>
            <a:satOff val="-76511"/>
            <a:lumOff val="-2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Having had multiple contacts in the past enhances the probability of a subscription.</a:t>
          </a:r>
        </a:p>
      </dsp:txBody>
      <dsp:txXfrm>
        <a:off x="31984" y="4252257"/>
        <a:ext cx="6181297" cy="591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4AE42-F42A-42E9-87D9-DEB1CE29D77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CAD57-4934-4EC2-9C56-267443FBAD16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9B13F-381B-40DF-9ACF-4F6D045ED093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Gradient Boosted Trees</a:t>
          </a:r>
          <a:r>
            <a:rPr lang="en-US" sz="1400" kern="1200"/>
            <a:t> excel with the highest AUC of 94.46%, indicating superior predictive accuracy in distinguishing between potential subscribers and non-subscribers.</a:t>
          </a:r>
        </a:p>
      </dsp:txBody>
      <dsp:txXfrm>
        <a:off x="1834517" y="469890"/>
        <a:ext cx="3148942" cy="1335915"/>
      </dsp:txXfrm>
    </dsp:sp>
    <dsp:sp modelId="{25480982-2A84-4ED7-90C5-47D69657B09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272A5-30B6-4398-B495-8B844CC97C17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C4E8D-E2C8-47D7-A811-EC10AA407CB1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Logistic Regression</a:t>
          </a:r>
          <a:r>
            <a:rPr lang="en-US" sz="1400" kern="1200"/>
            <a:t> shows robust performance with an accuracy of 90.53% and an AUC of 93.36%, beneficial for its interpretability and balance in prediction.</a:t>
          </a:r>
        </a:p>
      </dsp:txBody>
      <dsp:txXfrm>
        <a:off x="7154322" y="469890"/>
        <a:ext cx="3148942" cy="1335915"/>
      </dsp:txXfrm>
    </dsp:sp>
    <dsp:sp modelId="{3E00DA33-77BD-4D1A-8CD8-3C8271079CBF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AFEA0-8A02-48FA-BD30-E0F27B4D0232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C60BD-677C-44EC-B0C5-8E17BD9F943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Random Forest</a:t>
          </a:r>
          <a:r>
            <a:rPr lang="en-US" sz="1400" kern="1200"/>
            <a:t> and </a:t>
          </a:r>
          <a:r>
            <a:rPr lang="en-US" sz="1400" b="1" kern="1200"/>
            <a:t>Support Vector Machine</a:t>
          </a:r>
          <a:r>
            <a:rPr lang="en-US" sz="1400" kern="1200"/>
            <a:t> present competitive performances with AUCs of 92.96% and 91.55%, respectively, offering reliable alternatives.</a:t>
          </a:r>
        </a:p>
      </dsp:txBody>
      <dsp:txXfrm>
        <a:off x="1834517" y="2545532"/>
        <a:ext cx="3148942" cy="1335915"/>
      </dsp:txXfrm>
    </dsp:sp>
    <dsp:sp modelId="{0D1CC69B-A561-4B4A-A7BA-F33E661DE58E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658D6-5891-45AA-A03D-DA1D65D11899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EFAFE-858E-42E3-A95A-03ACCC9EC65F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Decision Tree</a:t>
          </a:r>
          <a:r>
            <a:rPr lang="en-US" sz="1400" kern="1200"/>
            <a:t> lags behind with a significantly lower AUC of 64.26%, suggesting it is less effective for this specific predictive task compared to other models.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31DF3-21AC-4B4E-9181-73C1739F361B}" type="datetimeFigureOut"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B4A79-BE82-4EC2-9780-DDDFD5FB6C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7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Displayed schema and the first few rows of the dataset.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Provided summary statistics for numerical columns.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Conducted univariate analysis for numerical columns ('age' and 'duration').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Analyzed categorical columns ('job' and 'marital') through </a:t>
            </a:r>
            <a:r>
              <a:rPr lang="en-US" err="1"/>
              <a:t>groupBy</a:t>
            </a:r>
            <a:r>
              <a:rPr lang="en-US"/>
              <a:t> operations.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Explored relationships between the target variable 'y' and other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B4A79-BE82-4EC2-9780-DDDFD5FB6C8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Model Building:</a:t>
            </a:r>
            <a:r>
              <a:rPr lang="en-US"/>
              <a:t> Utilized Spark's Logistic Regression (</a:t>
            </a:r>
            <a:r>
              <a:rPr lang="en-US" err="1"/>
              <a:t>MLlib</a:t>
            </a:r>
            <a:r>
              <a:rPr lang="en-US"/>
              <a:t>) and scikit-learn for predictive analysis.</a:t>
            </a:r>
          </a:p>
          <a:p>
            <a:r>
              <a:rPr lang="en-US" b="1"/>
              <a:t>Data Preparation:</a:t>
            </a:r>
            <a:r>
              <a:rPr lang="en-US"/>
              <a:t> Cleaned and partitioned data into training and test sets for model training and evaluation.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Performance Metrics:</a:t>
            </a:r>
            <a:r>
              <a:rPr lang="en-US"/>
              <a:t> Achieved 90.53% accuracy in predicting outcomes, assessed via confusion matrix analysis.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Evaluation Insights:</a:t>
            </a:r>
            <a:r>
              <a:rPr lang="en-US"/>
              <a:t> ROC curve analysis showcased a 93.36% area under the curve, indicating strong predictive performance.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Business Integration:</a:t>
            </a:r>
            <a:r>
              <a:rPr lang="en-US"/>
              <a:t> Highlighted the significance of accurate predictions for strategic decision-making, emphasizing real-time implementation for operational efficiency and risk mitigation.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B4A79-BE82-4EC2-9780-DDDFD5FB6C85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746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Model Implementation: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Utilized Random Forest Classifier using </a:t>
            </a:r>
            <a:r>
              <a:rPr lang="en-US" err="1"/>
              <a:t>PySpark's</a:t>
            </a:r>
            <a:r>
              <a:rPr lang="en-US"/>
              <a:t> </a:t>
            </a:r>
            <a:r>
              <a:rPr lang="en-US" err="1"/>
              <a:t>MLlib</a:t>
            </a:r>
            <a:r>
              <a:rPr lang="en-US"/>
              <a:t> for predictive analysis on term deposit subscriptions.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Deployed the </a:t>
            </a:r>
            <a:r>
              <a:rPr lang="en-US" err="1"/>
              <a:t>RandomForestClassifier</a:t>
            </a:r>
            <a:r>
              <a:rPr lang="en-US"/>
              <a:t> from the </a:t>
            </a:r>
            <a:r>
              <a:rPr lang="en-US" err="1"/>
              <a:t>PySpark</a:t>
            </a:r>
            <a:r>
              <a:rPr lang="en-US"/>
              <a:t> library for ensemble learning and decision-making.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Model Performance: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Achieved an Area Under the Curve (AUC) of 0.9301 for the Random Forest model, indicating its effectiveness in distinguishing subscription outcomes.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Compared to the Logistic Regression model, the Random Forest exhibited a slightly higher AUC of 0.9301 against 0.9336 from the Logistic Regression model.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Confusion Matrix: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Displayed a confusion matrix for the Random Forest model, showcasing its predictive accuracy.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Confusion matrix for Random Forest: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err="1"/>
              <a:t>luaCopy</a:t>
            </a:r>
            <a:r>
              <a:rPr lang="en-US"/>
              <a:t> code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[[ 208  741]
 [  59 7230]]
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Highlighted the Random Forest model's ability to correctly predict positive and negative subscriptions.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ROC Curve Analysis: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Illustrated the ROC curve for the Random Forest model, indicating its true positive rate against the false positive rate.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AUC for the Random Forest model stood at 0.9301, reflecting its robust predictive performance.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Comparative Analysis: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When compared with the Logistic Regression model, the Random Forest showed slightly lower performance by 0.0035 in terms of AUC, suggesting a marginally less effective performance in discriminating between subscription outcomes.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B4A79-BE82-4EC2-9780-DDDFD5FB6C85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5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Model Implementation: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Employed the GBT Classifier from PySpark's MLlib for predictive analysis on term deposit subscriptions.</a:t>
            </a:r>
          </a:p>
          <a:p>
            <a:pPr marL="342900" lvl="1" indent="-342900">
              <a:buChar char="•"/>
            </a:pPr>
            <a:r>
              <a:rPr lang="en-US"/>
              <a:t>Utilized </a:t>
            </a:r>
            <a:r>
              <a:rPr lang="en-US" err="1"/>
              <a:t>GBTClassifier</a:t>
            </a:r>
            <a:r>
              <a:rPr lang="en-US"/>
              <a:t> with a maximum of 10 iterations for boosting decision-making.</a:t>
            </a:r>
          </a:p>
          <a:p>
            <a:pPr>
              <a:buChar char="•"/>
            </a:pPr>
            <a:r>
              <a:rPr lang="en-US" b="1"/>
              <a:t>Model Performance: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Achieved an Area Under the Curve (AUC) of 0.9457 for the GBT model, signifying its strong capability in distinguishing subscription outcomes.</a:t>
            </a:r>
          </a:p>
          <a:p>
            <a:pPr marL="342900" lvl="1" indent="-342900">
              <a:buChar char="•"/>
            </a:pPr>
            <a:r>
              <a:rPr lang="en-US"/>
              <a:t>Compared to both the Logistic Regression and Random Forest models, GBT showed higher discriminatory power with the highest AUC of 0.9457.</a:t>
            </a:r>
          </a:p>
          <a:p>
            <a:pPr>
              <a:buChar char="•"/>
            </a:pPr>
            <a:r>
              <a:rPr lang="en-US" b="1"/>
              <a:t>Confusion Matrix: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Displayed the confusion matrix for the GBT model, demonstrating its predictive accuracy.</a:t>
            </a:r>
          </a:p>
          <a:p>
            <a:pPr marL="342900" lvl="1" indent="-342900">
              <a:buChar char="•"/>
            </a:pPr>
            <a:r>
              <a:rPr lang="en-US"/>
              <a:t>Confusion matrix for GBT:</a:t>
            </a:r>
          </a:p>
          <a:p>
            <a:pPr lvl="1"/>
            <a:r>
              <a:rPr lang="en-US" err="1"/>
              <a:t>luaCopy</a:t>
            </a:r>
            <a:r>
              <a:rPr lang="en-US"/>
              <a:t> code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[[ 502  447]
 [ 253 7036]]
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Highlighted the GBT model's ability to correctly predict positive and negative subscriptions, with improved precision in positive class prediction compared to other models.</a:t>
            </a:r>
          </a:p>
          <a:p>
            <a:pPr>
              <a:buChar char="•"/>
            </a:pPr>
            <a:r>
              <a:rPr lang="en-US" b="1"/>
              <a:t>ROC Curve Analysis: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Illustrated the ROC curve for the GBT model, demonstrating its true positive rate against the false positive rate.</a:t>
            </a:r>
          </a:p>
          <a:p>
            <a:pPr marL="342900" lvl="1" indent="-342900">
              <a:buChar char="•"/>
            </a:pPr>
            <a:r>
              <a:rPr lang="en-US"/>
              <a:t>The GBT model exhibited the highest AUC of 0.9457, showcasing its superior performance in separating subscription outcomes compared to Logistic Regression and Random Forest models.</a:t>
            </a:r>
          </a:p>
          <a:p>
            <a:pPr>
              <a:buChar char="•"/>
            </a:pPr>
            <a:r>
              <a:rPr lang="en-US" b="1"/>
              <a:t>Comparative Analysis: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Compared to both Logistic Regression and Random Forest models, the GBT model outperformed with a noticeably higher AUC, suggesting a superior ability to discriminate between subscription outcomes, especially in correctly predicting positive subscriptions.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B4A79-BE82-4EC2-9780-DDDFD5FB6C85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Model Implementation: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Employed the Decision Tree Classifier from </a:t>
            </a:r>
            <a:r>
              <a:rPr lang="en-US" err="1"/>
              <a:t>PySpark's</a:t>
            </a:r>
            <a:r>
              <a:rPr lang="en-US"/>
              <a:t> </a:t>
            </a:r>
            <a:r>
              <a:rPr lang="en-US" err="1"/>
              <a:t>MLlib</a:t>
            </a:r>
            <a:r>
              <a:rPr lang="en-US"/>
              <a:t> for analyzing term deposit subscriptions.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Utilized </a:t>
            </a:r>
            <a:r>
              <a:rPr lang="en-US" err="1"/>
              <a:t>DecisionTreeClassifier</a:t>
            </a:r>
            <a:r>
              <a:rPr lang="en-US"/>
              <a:t> for making predictions based on features.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Model Performance: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Achieved an Area Under the Curve (AUC) of 0.6597 for the Decision Tree model.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When compared to the Logistic Regression model, the Decision Tree exhibited a lower AUC, indicating comparatively weaker performance in distinguishing subscription outcomes.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Confusion Matrix: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Demonstrated the confusion matrix for the Decision Tree model.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Confusion matrix for Decision Tree: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err="1"/>
              <a:t>luaCopy</a:t>
            </a:r>
            <a:r>
              <a:rPr lang="en-US"/>
              <a:t> code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[[ 502  447]
 [ 253 7036]]
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Showcased the model's ability to predict positive and negative subscriptions, indicating some misclassifications compared to the Logistic Regression model.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Comparative Analysis: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In comparison to the Logistic Regression model, the Decision Tree showed inferior performance in predicting term deposit subscriptions, as evidenced by its lower AUC.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The Decision Tree model might be less effective in distinguishing between subscription outcomes when compared to the Logistic Regression model.</a:t>
            </a:r>
            <a:endParaRPr lang="en-US">
              <a:ea typeface="Calibri"/>
              <a:cs typeface="Calibri"/>
            </a:endParaRPr>
          </a:p>
          <a:p>
            <a:pPr>
              <a:buChar char="•"/>
            </a:pPr>
            <a:r>
              <a:rPr lang="en-US" b="1"/>
              <a:t>Further Considerations: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Explore optimization techniques or feature engineering to enhance the Decision Tree's predictive power.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Consider ensemble methods or alternative algorithms that may potentially improve predictive accuracy compared to the Decision Tree model.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B4A79-BE82-4EC2-9780-DDDFD5FB6C85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8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Support Vector Machines (SVM):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AUC: 0.9155</a:t>
            </a:r>
          </a:p>
          <a:p>
            <a:pPr marL="342900" lvl="1" indent="-342900">
              <a:buChar char="•"/>
            </a:pPr>
            <a:r>
              <a:rPr lang="en-US"/>
              <a:t>Confusion Matrix:</a:t>
            </a:r>
          </a:p>
          <a:p>
            <a:pPr lvl="1"/>
            <a:r>
              <a:rPr lang="en-US" err="1"/>
              <a:t>luaCopy</a:t>
            </a:r>
            <a:r>
              <a:rPr lang="en-US"/>
              <a:t> code</a:t>
            </a:r>
          </a:p>
          <a:p>
            <a:pPr lvl="1"/>
            <a:r>
              <a:rPr lang="en-US"/>
              <a:t>[[ 502  447]
 [ 253 7036]]
</a:t>
            </a:r>
            <a:endParaRPr lang="en-US">
              <a:ea typeface="Calibri"/>
              <a:cs typeface="Calibri"/>
            </a:endParaRPr>
          </a:p>
          <a:p>
            <a:pPr marL="342900" lvl="1" indent="-342900">
              <a:buChar char="•"/>
            </a:pPr>
            <a:r>
              <a:rPr lang="en-US"/>
              <a:t>SVM displayed respectable predictive accuracy but slightly lower AUC compared to GBT.</a:t>
            </a:r>
          </a:p>
          <a:p>
            <a:pPr marL="342900" lvl="1" indent="-342900">
              <a:buChar char="•"/>
            </a:pPr>
            <a:r>
              <a:rPr lang="en-US"/>
              <a:t>Confusion matrix results were akin to GBT and Decision Trees, with relatively higher false positives.</a:t>
            </a:r>
          </a:p>
          <a:p>
            <a:pPr>
              <a:buChar char="•"/>
            </a:pPr>
            <a:r>
              <a:rPr lang="en-US" b="1"/>
              <a:t>Comparison with Other Models: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SVM's AUC was slightly lower than that of GBT but notably higher than Logistic Regression, Random Forest, and Decision Trees.</a:t>
            </a:r>
          </a:p>
          <a:p>
            <a:pPr marL="342900" lvl="1" indent="-342900">
              <a:buChar char="•"/>
            </a:pPr>
            <a:r>
              <a:rPr lang="en-US"/>
              <a:t>Similar confusion matrix results were observed between SVM, GBT, and Decision Trees, hinting at comparable predictive patterns.</a:t>
            </a:r>
          </a:p>
          <a:p>
            <a:pPr marL="342900" lvl="1" indent="-342900">
              <a:buChar char="•"/>
            </a:pPr>
            <a:r>
              <a:rPr lang="en-US"/>
              <a:t>SVM offered a balance between accuracy and computational efficiency compared to complex ensemble models like GBT.</a:t>
            </a:r>
          </a:p>
          <a:p>
            <a:pPr>
              <a:buChar char="•"/>
            </a:pPr>
            <a:r>
              <a:rPr lang="en-US" b="1"/>
              <a:t>Key Insights:</a:t>
            </a:r>
            <a:endParaRPr lang="en-US"/>
          </a:p>
          <a:p>
            <a:pPr marL="342900" lvl="1" indent="-342900">
              <a:buChar char="•"/>
            </a:pPr>
            <a:r>
              <a:rPr lang="en-US"/>
              <a:t>SVM showcased decent predictive power but fell marginally short compared to GBT in terms of AUC.</a:t>
            </a:r>
          </a:p>
          <a:p>
            <a:pPr marL="342900" lvl="1" indent="-342900">
              <a:buChar char="•"/>
            </a:pPr>
            <a:r>
              <a:rPr lang="en-US"/>
              <a:t>The confusion matrix results for SVM were closer to GBT, indicating a comparative predictive pattern.</a:t>
            </a:r>
          </a:p>
          <a:p>
            <a:pPr marL="342900" lvl="1" indent="-342900">
              <a:buChar char="•"/>
            </a:pPr>
            <a:r>
              <a:rPr lang="en-US"/>
              <a:t>Consider using SVM for a good balance between predictive accuracy and computational cost, especially when simpler models are preferred over complex ensembles like GBT.</a:t>
            </a:r>
          </a:p>
          <a:p>
            <a:pPr lvl="1"/>
            <a:br>
              <a:rPr lang="en-US"/>
            </a:b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B4A79-BE82-4EC2-9780-DDDFD5FB6C85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50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30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96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65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81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31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67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08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86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55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51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68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9C60ED7-11F7-478C-AC8E-0865FABDA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D472C551-D440-40DF-9260-BDB9AC40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B25B49A-0242-9D69-006E-C134D33ABA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25000"/>
          <a:stretch/>
        </p:blipFill>
        <p:spPr>
          <a:xfrm>
            <a:off x="-8858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19ABB-D0AD-98C4-FA85-642C254DF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007" y="101582"/>
            <a:ext cx="11026164" cy="3162098"/>
          </a:xfrm>
        </p:spPr>
        <p:txBody>
          <a:bodyPr anchor="b">
            <a:normAutofit/>
          </a:bodyPr>
          <a:lstStyle/>
          <a:p>
            <a:r>
              <a:rPr lang="en-IN" sz="5600">
                <a:solidFill>
                  <a:srgbClr val="FFFFFF"/>
                </a:solidFill>
                <a:ea typeface="+mj-lt"/>
                <a:cs typeface="+mj-lt"/>
              </a:rPr>
              <a:t>Enhancing XYZ Bank's Term Deposit Marketing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F865B-A6AF-BF85-21F2-3DC74649D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032" y="3924595"/>
            <a:ext cx="5541373" cy="2397488"/>
          </a:xfrm>
        </p:spPr>
        <p:txBody>
          <a:bodyPr anchor="ctr">
            <a:normAutofit/>
          </a:bodyPr>
          <a:lstStyle/>
          <a:p>
            <a:r>
              <a:rPr lang="en-US" sz="2000" b="1"/>
              <a:t>Team: Data Geeks</a:t>
            </a:r>
          </a:p>
          <a:p>
            <a:r>
              <a:rPr lang="en-US" sz="2000"/>
              <a:t>Sai Mithilesh Reddy </a:t>
            </a:r>
            <a:r>
              <a:rPr lang="en-US" sz="2000" err="1"/>
              <a:t>Bogireddy</a:t>
            </a:r>
            <a:endParaRPr lang="en-US" sz="2000"/>
          </a:p>
          <a:p>
            <a:r>
              <a:rPr lang="en-US" sz="2000"/>
              <a:t>Santhosh </a:t>
            </a:r>
            <a:r>
              <a:rPr lang="en-US" sz="2000" err="1"/>
              <a:t>Chittiprolu</a:t>
            </a:r>
            <a:endParaRPr lang="en-US" sz="2000"/>
          </a:p>
          <a:p>
            <a:r>
              <a:rPr lang="en-US" sz="2000"/>
              <a:t>Sriharsha </a:t>
            </a:r>
            <a:r>
              <a:rPr lang="en-US" sz="2000" err="1"/>
              <a:t>Penumudi</a:t>
            </a:r>
            <a:endParaRPr lang="en-US" sz="2000"/>
          </a:p>
          <a:p>
            <a:r>
              <a:rPr lang="en-US" sz="2000"/>
              <a:t>Amarnadh Oleti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340" y="122578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4855" y="168586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7962" y="2175690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72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00E64-D2B6-2D7A-3641-28765958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Söhne"/>
                <a:ea typeface="+mj-lt"/>
                <a:cs typeface="+mj-lt"/>
              </a:rPr>
              <a:t>Data-Driven Strategies for Client Engagement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F3FD28-AFA6-3313-6853-7336576374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5559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651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5294F-4128-0AEE-96C1-80840CA26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979" y="381935"/>
            <a:ext cx="4920673" cy="5974414"/>
          </a:xfrm>
        </p:spPr>
        <p:txBody>
          <a:bodyPr anchor="ctr">
            <a:normAutofit/>
          </a:bodyPr>
          <a:lstStyle/>
          <a:p>
            <a:r>
              <a:rPr lang="en-US" sz="7200" b="1" i="0">
                <a:solidFill>
                  <a:schemeClr val="bg1"/>
                </a:solidFill>
                <a:effectLst/>
                <a:latin typeface="Söhne"/>
              </a:rPr>
              <a:t>Data Overview</a:t>
            </a:r>
            <a:endParaRPr lang="en-US" sz="7200">
              <a:solidFill>
                <a:schemeClr val="bg1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B671-62A1-C639-E207-99931F215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1935"/>
            <a:ext cx="5110780" cy="59744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>
                <a:ea typeface="+mn-lt"/>
                <a:cs typeface="+mn-lt"/>
              </a:rPr>
              <a:t>Dataset captures XYZ Bank's marketing campaign for term deposits via phone calls.</a:t>
            </a:r>
          </a:p>
          <a:p>
            <a:r>
              <a:rPr lang="en-US" sz="1500">
                <a:ea typeface="+mn-lt"/>
                <a:cs typeface="+mn-lt"/>
              </a:rPr>
              <a:t>Objective: Predict whether a customer will subscribe to the deposit.</a:t>
            </a:r>
          </a:p>
          <a:p>
            <a:r>
              <a:rPr lang="en-US" sz="1500">
                <a:ea typeface="+mn-lt"/>
                <a:cs typeface="+mn-lt"/>
              </a:rPr>
              <a:t>Timeframe: Spans May 2008 to November 2010.</a:t>
            </a:r>
          </a:p>
          <a:p>
            <a:r>
              <a:rPr lang="en-US" sz="1500">
                <a:ea typeface="+mn-lt"/>
                <a:cs typeface="+mn-lt"/>
              </a:rPr>
              <a:t>Data includes client demographics: age, job, marital status, and education.</a:t>
            </a:r>
          </a:p>
          <a:p>
            <a:r>
              <a:rPr lang="en-US" sz="1500">
                <a:ea typeface="+mn-lt"/>
                <a:cs typeface="+mn-lt"/>
              </a:rPr>
              <a:t>Contains details of the latest campaign contact: type, month, and duration.</a:t>
            </a:r>
          </a:p>
          <a:p>
            <a:r>
              <a:rPr lang="en-US" sz="1500">
                <a:ea typeface="+mn-lt"/>
                <a:cs typeface="+mn-lt"/>
              </a:rPr>
              <a:t>Beyond client data, includes economic context indicators.</a:t>
            </a:r>
          </a:p>
          <a:p>
            <a:r>
              <a:rPr lang="en-US" sz="1500">
                <a:ea typeface="+mn-lt"/>
                <a:cs typeface="+mn-lt"/>
              </a:rPr>
              <a:t>Indicators cover employment variation, consumer price index, confidence index, Euribor 3-month rate.</a:t>
            </a:r>
          </a:p>
          <a:p>
            <a:r>
              <a:rPr lang="en-US" sz="1500">
                <a:ea typeface="+mn-lt"/>
                <a:cs typeface="+mn-lt"/>
              </a:rPr>
              <a:t>Offers insight into the economic backdrop during the marketing campaigns.</a:t>
            </a:r>
            <a:br>
              <a:rPr lang="en-US" sz="1500">
                <a:ea typeface="+mn-lt"/>
                <a:cs typeface="+mn-lt"/>
              </a:rPr>
            </a:br>
            <a:endParaRPr lang="en-US" sz="1500">
              <a:ea typeface="+mn-lt"/>
              <a:cs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84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79E54-368F-A7CA-BAA3-FEDF0216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100" b="1" i="0">
                <a:effectLst/>
                <a:latin typeface="Söhne"/>
              </a:rPr>
              <a:t>Exploratory Data Analysis (EDA)</a:t>
            </a:r>
            <a:endParaRPr lang="en-US" sz="61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BF9A99-BA15-311F-01D7-B7FDEB956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72662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001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E394D-28F4-9E22-237C-17B0A430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 b="1" i="0">
                <a:solidFill>
                  <a:schemeClr val="bg1"/>
                </a:solidFill>
                <a:effectLst/>
                <a:latin typeface="Söhne"/>
              </a:rPr>
              <a:t>Data Preprocessing</a:t>
            </a:r>
            <a:endParaRPr lang="en-US" sz="5000">
              <a:solidFill>
                <a:schemeClr val="bg1"/>
              </a:solidFill>
            </a:endParaRPr>
          </a:p>
        </p:txBody>
      </p:sp>
      <p:sp>
        <p:nvSpPr>
          <p:cNvPr id="3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A562-D4E0-1E8C-618B-9576A772D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1935"/>
            <a:ext cx="4986955" cy="597441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700">
              <a:latin typeface="Söhne"/>
            </a:endParaRPr>
          </a:p>
          <a:p>
            <a:pPr marL="0" indent="0">
              <a:buNone/>
            </a:pPr>
            <a:r>
              <a:rPr lang="en-US" sz="1700" b="1">
                <a:latin typeface="Söhne"/>
              </a:rPr>
              <a:t>Null values Handling</a:t>
            </a:r>
          </a:p>
          <a:p>
            <a:r>
              <a:rPr lang="en-US" sz="1700">
                <a:latin typeface="Söhne"/>
              </a:rPr>
              <a:t>One hot encoding is done for the categorical variables </a:t>
            </a:r>
            <a:r>
              <a:rPr lang="en-US" sz="1700">
                <a:ea typeface="+mn-lt"/>
                <a:cs typeface="+mn-lt"/>
              </a:rPr>
              <a:t>Job, Marital, Education, Default, Housing, Loan, Contact, Month, Day_of_week, Poutcome.</a:t>
            </a:r>
            <a:endParaRPr lang="en-US" sz="1700">
              <a:latin typeface="Söhne"/>
            </a:endParaRPr>
          </a:p>
          <a:p>
            <a:pPr marL="0" indent="0">
              <a:buNone/>
            </a:pPr>
            <a:r>
              <a:rPr lang="en-US" sz="1700" b="1">
                <a:latin typeface="Arial"/>
                <a:cs typeface="Arial"/>
              </a:rPr>
              <a:t>Feature Transformation</a:t>
            </a:r>
            <a:endParaRPr lang="en-US" sz="17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Imported necessary modules.</a:t>
            </a: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Defined columns for transformation.</a:t>
            </a: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Utilized VectorAssembler to merge features.</a:t>
            </a: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Produced assembled data.</a:t>
            </a:r>
          </a:p>
          <a:p>
            <a:pPr marL="0" indent="0">
              <a:buNone/>
            </a:pPr>
            <a:r>
              <a:rPr lang="en-US" sz="1700" b="1">
                <a:latin typeface="Arial"/>
                <a:cs typeface="Arial"/>
              </a:rPr>
              <a:t>VectorAssembler Implementation</a:t>
            </a:r>
            <a:endParaRPr lang="en-US" sz="17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Identified categorical columns for encoding.</a:t>
            </a: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Created input columns for VectorAssembler.</a:t>
            </a: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Merged categorical indices and numerical features.</a:t>
            </a:r>
          </a:p>
          <a:p>
            <a:pPr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Output includes selected columns and assembled data.</a:t>
            </a:r>
          </a:p>
          <a:p>
            <a:pPr>
              <a:buFont typeface="Arial"/>
              <a:buChar char="•"/>
            </a:pPr>
            <a:endParaRPr lang="en-US" sz="17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endParaRPr lang="en-US" sz="1700">
              <a:latin typeface="Arial"/>
              <a:cs typeface="Arial"/>
            </a:endParaRPr>
          </a:p>
          <a:p>
            <a:pPr marL="0" indent="0">
              <a:buNone/>
            </a:pPr>
            <a:endParaRPr lang="en-US" sz="1700"/>
          </a:p>
          <a:p>
            <a:endParaRPr lang="en-US" sz="1700">
              <a:latin typeface="Söhne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05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E8E14-96FF-C980-BD29-85A27295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400" b="1"/>
              <a:t>Age UDF distribution</a:t>
            </a:r>
            <a:endParaRPr lang="en-US" sz="5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59C9BA1D-7CDC-F52C-C5B9-B079FFFC82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36" r="18664" b="1"/>
          <a:stretch/>
        </p:blipFill>
        <p:spPr>
          <a:xfrm>
            <a:off x="279143" y="818215"/>
            <a:ext cx="5221625" cy="522157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43A39E-0D1E-CEE4-CBFB-9839AF210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1500" b="1">
                <a:ea typeface="+mn-lt"/>
                <a:cs typeface="+mn-lt"/>
              </a:rPr>
              <a:t>Youth Segment (Under 25):</a:t>
            </a:r>
            <a:r>
              <a:rPr lang="en-US" sz="1500">
                <a:ea typeface="+mn-lt"/>
                <a:cs typeface="+mn-lt"/>
              </a:rPr>
              <a:t> 4.0% - Digital banking engagement and financial literacy programs could be pivotal.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Young Adults (25-35):</a:t>
            </a:r>
            <a:r>
              <a:rPr lang="en-US" sz="1500">
                <a:ea typeface="+mn-lt"/>
                <a:cs typeface="+mn-lt"/>
              </a:rPr>
              <a:t> 36.0% - Ideal candidates for home loans, personal financing, and beginning investment products.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Established Adults (36-49):</a:t>
            </a:r>
            <a:r>
              <a:rPr lang="en-US" sz="1500">
                <a:ea typeface="+mn-lt"/>
                <a:cs typeface="+mn-lt"/>
              </a:rPr>
              <a:t> 40.4% - The core demographic, likely interested in diversified investment options and education savings plans.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Senior Clients (Over 50):</a:t>
            </a:r>
            <a:r>
              <a:rPr lang="en-US" sz="1500">
                <a:ea typeface="+mn-lt"/>
                <a:cs typeface="+mn-lt"/>
              </a:rPr>
              <a:t> 19.6% - Potential focus on retirement planning, wealth management, and legacy planning services.</a:t>
            </a:r>
            <a:endParaRPr lang="en-US" sz="1500"/>
          </a:p>
          <a:p>
            <a:endParaRPr lang="en-US" sz="150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91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3F4F3A-DF89-453C-A499-8C259F6A2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C7FA6-AA1F-53FF-698F-CEA6B656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19" y="633862"/>
            <a:ext cx="4358788" cy="5583126"/>
          </a:xfrm>
        </p:spPr>
        <p:txBody>
          <a:bodyPr>
            <a:normAutofit/>
          </a:bodyPr>
          <a:lstStyle/>
          <a:p>
            <a:pPr algn="r"/>
            <a:r>
              <a:rPr lang="en-US" sz="6100" b="1">
                <a:solidFill>
                  <a:schemeClr val="bg1"/>
                </a:solidFill>
                <a:latin typeface="Söhne"/>
              </a:rPr>
              <a:t>Correlation Analysis</a:t>
            </a:r>
            <a:endParaRPr lang="en-US" sz="6100" err="1">
              <a:solidFill>
                <a:schemeClr val="bg1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69603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925332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solidFill>
              <a:schemeClr val="lt1">
                <a:hueOff val="0"/>
                <a:satOff val="0"/>
                <a:lumOff val="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44047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C90404-6760-D957-1975-7AC0F488F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29279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576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30C0765-5A38-4A34-880C-9CC4C2E14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174B0-47DF-B8F2-BBF1-AB8E969B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3" y="381935"/>
            <a:ext cx="5744064" cy="1663659"/>
          </a:xfrm>
        </p:spPr>
        <p:txBody>
          <a:bodyPr anchor="b"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Logistic regression:</a:t>
            </a:r>
            <a:endParaRPr lang="en-US" sz="3600"/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B7DA268A-F88C-4936-8401-97C8C986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2938" y="122968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4">
            <a:extLst>
              <a:ext uri="{FF2B5EF4-FFF2-40B4-BE49-F238E27FC236}">
                <a16:creationId xmlns:a16="http://schemas.microsoft.com/office/drawing/2014/main" id="{2E48EAB8-CD1C-4BF5-A92C-BA11919E6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1718" y="145898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16">
            <a:extLst>
              <a:ext uri="{FF2B5EF4-FFF2-40B4-BE49-F238E27FC236}">
                <a16:creationId xmlns:a16="http://schemas.microsoft.com/office/drawing/2014/main" id="{F66F957D-AE64-4187-90D7-B24F1CC2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17398" y="1974124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33529-2AFD-5C09-E22E-560791E09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40" y="2530312"/>
            <a:ext cx="6101973" cy="3454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b="1"/>
          </a:p>
          <a:p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Employed Logistic Regression using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PySpark's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MLlib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and scikit-learn for predictive modeling of term deposit subscriptions.</a:t>
            </a:r>
          </a:p>
          <a:p>
            <a:r>
              <a:rPr lang="en-US" sz="1800">
                <a:ea typeface="+mn-lt"/>
                <a:cs typeface="+mn-lt"/>
              </a:rPr>
              <a:t>Achieved a 90.53% accuracy rate in forecasting term deposit subscriptions, evaluated using a confusion matrix.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Demonstrated robust predictive ability with a 93.36% Area Under the ROC Curve (AUC), highlighting model effectiveness in distinguishing between subscription outcomes.</a:t>
            </a:r>
            <a:endParaRPr lang="en-US" sz="1800"/>
          </a:p>
          <a:p>
            <a:endParaRPr lang="en-US" sz="1800"/>
          </a:p>
        </p:txBody>
      </p:sp>
      <p:pic>
        <p:nvPicPr>
          <p:cNvPr id="5" name="Picture 4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197042CA-2925-DC3E-3179-7ADDB0925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465" y="597458"/>
            <a:ext cx="3780733" cy="272291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DA3D82C-8D78-F024-8EEF-C2393444A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122" y="3492484"/>
            <a:ext cx="3719793" cy="321224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0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0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0C0765-5A38-4A34-880C-9CC4C2E14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20D57-F6E6-CCC7-1E86-8420A0A9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3" y="381935"/>
            <a:ext cx="5744064" cy="1178750"/>
          </a:xfrm>
        </p:spPr>
        <p:txBody>
          <a:bodyPr anchor="b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Random Forest Classifier:</a:t>
            </a:r>
            <a:endParaRPr lang="en-US" sz="320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B7DA268A-F88C-4936-8401-97C8C986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2938" y="122968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2E48EAB8-CD1C-4BF5-A92C-BA11919E6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1718" y="145898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F66F957D-AE64-4187-90D7-B24F1CC2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17398" y="1974124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44DD6-4D17-4062-87B8-15A582722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12" y="2033858"/>
            <a:ext cx="6182792" cy="406626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800" b="1"/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Deployed the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RandomForestClassifier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from the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PySpark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library for ensemble learning and decision-making.</a:t>
            </a:r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Achieved an Area Under the Curve (AUC) of 0.9301 for the Random Forest model, indicating its effectiveness in distinguishing subscription outcomes.</a:t>
            </a:r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Compared to the Logistic Regression model, the Random Forest exhibited a slightly higher AUC of 0.9301 against 0.9336 from the Logistic Regression model.</a:t>
            </a:r>
            <a:endParaRPr lang="en-US"/>
          </a:p>
          <a:p>
            <a:pPr marL="285750" indent="-285750"/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BDF7AACA-E34D-45D7-9761-340FBEB41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92" y="470458"/>
            <a:ext cx="3780733" cy="2722912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BC4D6A7-9A37-AE27-A37D-824CF01B7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03" y="3492484"/>
            <a:ext cx="3546612" cy="30852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0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638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0C0765-5A38-4A34-880C-9CC4C2E14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22513-5417-7D45-7A0E-46E2555B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3" y="381935"/>
            <a:ext cx="5744064" cy="1409659"/>
          </a:xfrm>
        </p:spPr>
        <p:txBody>
          <a:bodyPr anchor="b"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Gradient Boost classifier:</a:t>
            </a:r>
            <a:endParaRPr lang="en-US" sz="3600" b="1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B7DA268A-F88C-4936-8401-97C8C986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2938" y="122968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2E48EAB8-CD1C-4BF5-A92C-BA11919E6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1718" y="145898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F66F957D-AE64-4187-90D7-B24F1CC2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17398" y="1974124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D64FE7-2E73-B40C-790E-F7FAACD7F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648" y="2103129"/>
            <a:ext cx="6586882" cy="3500535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endParaRPr lang="en-US" sz="1800" b="1"/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Utilized GBT Classifier with a maximum of 10 iterations for boosting decision-making.</a:t>
            </a:r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Achieved an Area Under the Curve (AUC) of 0.9457 for the GBT model, signifying its strong capability in distinguishing subscription outcomes.</a:t>
            </a:r>
            <a:endParaRPr lang="en-US" sz="1800">
              <a:solidFill>
                <a:srgbClr val="000000"/>
              </a:solidFill>
            </a:endParaRPr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Compared to both the Logistic Regression and Random Forest models, GBT showed higher discriminatory power with the highest AUC of 0.9457.</a:t>
            </a:r>
            <a:endParaRPr lang="en-US"/>
          </a:p>
          <a:p>
            <a:pPr marL="285750" indent="-285750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The GBT model outperformed with a noticeably higher AUC, suggesting a superior ability to discriminate between subscription outcomes, especially in correctly predicting positive subscriptions.</a:t>
            </a:r>
            <a:endParaRPr lang="en-US" sz="1800">
              <a:solidFill>
                <a:srgbClr val="000000"/>
              </a:solidFill>
            </a:endParaRPr>
          </a:p>
        </p:txBody>
      </p:sp>
      <p:pic>
        <p:nvPicPr>
          <p:cNvPr id="5" name="Picture 4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1BA2092E-DBBA-3AC8-7860-18242916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465" y="597458"/>
            <a:ext cx="3780733" cy="2722912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C5378BAF-EA9E-0A41-A7BF-3759E368A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212" y="3492484"/>
            <a:ext cx="3569703" cy="30852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0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79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0C0765-5A38-4A34-880C-9CC4C2E14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68D56-A2A3-6B6F-44F2-6F502BA9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3" y="381935"/>
            <a:ext cx="5744064" cy="1478931"/>
          </a:xfrm>
        </p:spPr>
        <p:txBody>
          <a:bodyPr anchor="b"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Decision Tree:</a:t>
            </a:r>
            <a:endParaRPr lang="en-US" sz="4000"/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B7DA268A-F88C-4936-8401-97C8C986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2938" y="122968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E48EAB8-CD1C-4BF5-A92C-BA11919E6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1718" y="145898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6">
            <a:extLst>
              <a:ext uri="{FF2B5EF4-FFF2-40B4-BE49-F238E27FC236}">
                <a16:creationId xmlns:a16="http://schemas.microsoft.com/office/drawing/2014/main" id="{F66F957D-AE64-4187-90D7-B24F1CC2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17398" y="1974124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F824B40-14D8-1209-9D9A-6174292D1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13" y="2195493"/>
            <a:ext cx="6436792" cy="338508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800" b="1"/>
          </a:p>
          <a:p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Achieved an Area Under the Curve (AUC) of 0.6597 for the Decision Tree model.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When compared to the other models, the Decision Tree exhibited a lower AUC, indicating comparatively weaker performance in distinguishing subscription outcomes.</a:t>
            </a:r>
            <a:endParaRPr lang="en-US"/>
          </a:p>
          <a:p>
            <a:endParaRPr lang="en-US" sz="1800" b="1"/>
          </a:p>
        </p:txBody>
      </p:sp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9C2A79B-4F40-0A94-463A-33BA9A54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465" y="597458"/>
            <a:ext cx="3780733" cy="2722912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7131DE6D-DCCA-0E27-A3C3-9F4DC5FFE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48" y="3492484"/>
            <a:ext cx="3154067" cy="272734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0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606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0C0765-5A38-4A34-880C-9CC4C2E14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68D56-A2A3-6B6F-44F2-6F502BA9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3" y="381935"/>
            <a:ext cx="5744064" cy="1732931"/>
          </a:xfrm>
        </p:spPr>
        <p:txBody>
          <a:bodyPr anchor="b"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Support Vector Machines (SVM):</a:t>
            </a:r>
            <a:endParaRPr lang="en-US" sz="3600"/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B7DA268A-F88C-4936-8401-97C8C986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2938" y="122968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Graphic 14">
            <a:extLst>
              <a:ext uri="{FF2B5EF4-FFF2-40B4-BE49-F238E27FC236}">
                <a16:creationId xmlns:a16="http://schemas.microsoft.com/office/drawing/2014/main" id="{2E48EAB8-CD1C-4BF5-A92C-BA11919E6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1718" y="145898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6">
            <a:extLst>
              <a:ext uri="{FF2B5EF4-FFF2-40B4-BE49-F238E27FC236}">
                <a16:creationId xmlns:a16="http://schemas.microsoft.com/office/drawing/2014/main" id="{F66F957D-AE64-4187-90D7-B24F1CC2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17398" y="1974124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F824B40-14D8-1209-9D9A-6174292D1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03" y="2761221"/>
            <a:ext cx="6078883" cy="3258081"/>
          </a:xfrm>
        </p:spPr>
        <p:txBody>
          <a:bodyPr anchor="t">
            <a:normAutofit/>
          </a:bodyPr>
          <a:lstStyle/>
          <a:p>
            <a:endParaRPr lang="en-US" sz="1800">
              <a:ea typeface="+mn-lt"/>
              <a:cs typeface="+mn-lt"/>
            </a:endParaRPr>
          </a:p>
          <a:p>
            <a:r>
              <a:rPr lang="en-US" sz="1800"/>
              <a:t>SVM displayed respectable predictive accuracy but slightly lower AUC compared to GBT.</a:t>
            </a:r>
          </a:p>
          <a:p>
            <a:r>
              <a:rPr lang="en-US" sz="1800"/>
              <a:t>Confusion matrix results were akin to GBT and Decision Trees, with relatively higher false positives.</a:t>
            </a:r>
          </a:p>
          <a:p>
            <a:r>
              <a:rPr lang="en-US" sz="1800"/>
              <a:t>K-mean clustering is also used to predict the term deposit subscription rate.</a:t>
            </a:r>
          </a:p>
          <a:p>
            <a:endParaRPr lang="en-US" sz="1800"/>
          </a:p>
          <a:p>
            <a:endParaRPr lang="en-US" sz="1800" b="1"/>
          </a:p>
        </p:txBody>
      </p:sp>
      <p:pic>
        <p:nvPicPr>
          <p:cNvPr id="7" name="Picture 6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DC76407E-6347-7174-1B69-F96D22399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465" y="597458"/>
            <a:ext cx="3780733" cy="2722912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70512FA-ECAC-2D33-300F-F27E016EE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48" y="3492484"/>
            <a:ext cx="3154067" cy="2727341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0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94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B351-B185-662E-2F05-84632634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D66349-7FF1-7628-FBA1-C4C940CEB5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166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35758-6463-4018-666C-6AC37056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2900" b="1">
                <a:solidFill>
                  <a:schemeClr val="bg1"/>
                </a:solidFill>
                <a:ea typeface="+mj-lt"/>
                <a:cs typeface="+mj-lt"/>
              </a:rPr>
              <a:t>Prescriptive Recommendations&amp; Conclusions</a:t>
            </a:r>
            <a:endParaRPr lang="en-US" sz="2900">
              <a:solidFill>
                <a:schemeClr val="bg1"/>
              </a:solidFill>
              <a:ea typeface="+mj-lt"/>
              <a:cs typeface="+mj-lt"/>
            </a:endParaRPr>
          </a:p>
          <a:p>
            <a:endParaRPr lang="en-US" sz="2900">
              <a:solidFill>
                <a:schemeClr val="bg1"/>
              </a:solidFill>
            </a:endParaRPr>
          </a:p>
        </p:txBody>
      </p:sp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17495-B517-9848-73F5-77ADF9D30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1935"/>
            <a:ext cx="4986955" cy="59744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Target Age Groups</a:t>
            </a:r>
            <a:r>
              <a:rPr lang="en-US" sz="1700">
                <a:ea typeface="+mn-lt"/>
                <a:cs typeface="+mn-lt"/>
              </a:rPr>
              <a:t>: Focus on older age groups, as they are more likely to subscribe. Tailoring products to suit their needs could be beneficial.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Focus on Specific Job Types</a:t>
            </a:r>
            <a:r>
              <a:rPr lang="en-US" sz="1700">
                <a:ea typeface="+mn-lt"/>
                <a:cs typeface="+mn-lt"/>
              </a:rPr>
              <a:t>: Prioritize marketing efforts towards retirees, students, and individuals in administrative or management roles.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Marital Status Consideration</a:t>
            </a:r>
            <a:r>
              <a:rPr lang="en-US" sz="1700">
                <a:ea typeface="+mn-lt"/>
                <a:cs typeface="+mn-lt"/>
              </a:rPr>
              <a:t>: Single individuals might be more receptive to term deposit offers, so consider campaigns targeting this demographic.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Seasonal Marketing Strategies</a:t>
            </a:r>
            <a:r>
              <a:rPr lang="en-US" sz="1700">
                <a:ea typeface="+mn-lt"/>
                <a:cs typeface="+mn-lt"/>
              </a:rPr>
              <a:t>: Adjust the timing of campaigns to target months with historically higher success rates, like March, December, October, and September.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Educational Level Targeting</a:t>
            </a:r>
            <a:r>
              <a:rPr lang="en-US" sz="1700">
                <a:ea typeface="+mn-lt"/>
                <a:cs typeface="+mn-lt"/>
              </a:rPr>
              <a:t>: Customize the marketing approach for individuals with university degrees and high school education, as they show a higher propensity to subscribe.</a:t>
            </a:r>
            <a:endParaRPr lang="en-US" sz="1700"/>
          </a:p>
          <a:p>
            <a:endParaRPr lang="en-US" sz="1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15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erial view of a highway near the ocean">
            <a:extLst>
              <a:ext uri="{FF2B5EF4-FFF2-40B4-BE49-F238E27FC236}">
                <a16:creationId xmlns:a16="http://schemas.microsoft.com/office/drawing/2014/main" id="{3BA8299D-1A90-1194-07F9-CB36B6749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19" r="-2" b="17231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57B03-22FD-F5B6-9C9B-C09E41D1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4095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f7ff19-701a-42bd-ae99-8c5decd7779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CBCF75077A246B3248162C5AF95C6" ma:contentTypeVersion="12" ma:contentTypeDescription="Create a new document." ma:contentTypeScope="" ma:versionID="933a2f5f3e84e6a293fb8d67f5fdc800">
  <xsd:schema xmlns:xsd="http://www.w3.org/2001/XMLSchema" xmlns:xs="http://www.w3.org/2001/XMLSchema" xmlns:p="http://schemas.microsoft.com/office/2006/metadata/properties" xmlns:ns3="2ef7ff19-701a-42bd-ae99-8c5decd77796" xmlns:ns4="a2b8da6e-02ff-4294-a136-6c799469b444" targetNamespace="http://schemas.microsoft.com/office/2006/metadata/properties" ma:root="true" ma:fieldsID="e3e457e7a795669fc597ea0478cb57cc" ns3:_="" ns4:_="">
    <xsd:import namespace="2ef7ff19-701a-42bd-ae99-8c5decd77796"/>
    <xsd:import namespace="a2b8da6e-02ff-4294-a136-6c799469b4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f7ff19-701a-42bd-ae99-8c5decd777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b8da6e-02ff-4294-a136-6c799469b4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7FEFFC-4D29-4693-927D-AB7E4BFBF8B5}">
  <ds:schemaRefs>
    <ds:schemaRef ds:uri="2ef7ff19-701a-42bd-ae99-8c5decd77796"/>
    <ds:schemaRef ds:uri="a2b8da6e-02ff-4294-a136-6c799469b44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E4BD65D-1CAA-4416-B5C2-A1CA4F7389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3FFEC0-4487-4A4C-92BC-822994D39AA7}">
  <ds:schemaRefs>
    <ds:schemaRef ds:uri="2ef7ff19-701a-42bd-ae99-8c5decd77796"/>
    <ds:schemaRef ds:uri="a2b8da6e-02ff-4294-a136-6c799469b4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GradientVTI</vt:lpstr>
      <vt:lpstr>Enhancing XYZ Bank's Term Deposit Marketing</vt:lpstr>
      <vt:lpstr>Data-Driven Strategies for Client Engagement</vt:lpstr>
      <vt:lpstr>Data Overview</vt:lpstr>
      <vt:lpstr>Exploratory Data Analysis (EDA)</vt:lpstr>
      <vt:lpstr>Data Preprocessing</vt:lpstr>
      <vt:lpstr>Age UDF distribution</vt:lpstr>
      <vt:lpstr>Correlation Analysis</vt:lpstr>
      <vt:lpstr>Logistic regression:</vt:lpstr>
      <vt:lpstr>Random Forest Classifier:</vt:lpstr>
      <vt:lpstr>Gradient Boost classifier:</vt:lpstr>
      <vt:lpstr>Decision Tree:</vt:lpstr>
      <vt:lpstr>Support Vector Machines (SVM):</vt:lpstr>
      <vt:lpstr>Best model</vt:lpstr>
      <vt:lpstr>Prescriptive Recommendations&amp; Conclusions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Deposit opening classification</dc:title>
  <dc:creator>Bogireddy, Sai Mithilesh Reddy</dc:creator>
  <cp:revision>6</cp:revision>
  <dcterms:created xsi:type="dcterms:W3CDTF">2023-11-29T22:20:10Z</dcterms:created>
  <dcterms:modified xsi:type="dcterms:W3CDTF">2023-11-30T05:21:25Z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0x010100541CBCF75077A246B3248162C5AF95C6</vt:lpwstr>
  </property>
</Properties>
</file>